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3" r:id="rId4"/>
    <p:sldId id="260" r:id="rId5"/>
    <p:sldId id="261" r:id="rId6"/>
    <p:sldId id="262" r:id="rId7"/>
    <p:sldId id="264" r:id="rId8"/>
    <p:sldId id="265" r:id="rId9"/>
    <p:sldId id="268" r:id="rId10"/>
    <p:sldId id="269" r:id="rId11"/>
    <p:sldId id="266" r:id="rId12"/>
    <p:sldId id="267" r:id="rId13"/>
    <p:sldId id="270" r:id="rId14"/>
    <p:sldId id="271" r:id="rId15"/>
    <p:sldId id="274" r:id="rId16"/>
    <p:sldId id="272" r:id="rId17"/>
    <p:sldId id="276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C06EC1-BDE2-61F1-7E7C-41BBCAEFF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B09B1F-D019-65F0-2115-0D4EB3445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0A50B6-ECD2-30EA-F1BE-DE9F58F7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343767-9BC4-85F5-52BB-F9B09027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30E362-0648-7352-9C63-A5AA6643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59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38247-0E9D-742C-E468-3995A2D9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A36547-F924-1CC3-74F6-044C28492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0D8FF9-8CEC-A2FA-27A4-A7AC036B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FEFA81-D990-C5DC-FA47-647137D3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6AB7A-D25F-B898-8CE8-49F4F708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29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9533C-71B2-C1CE-7828-41E69CE4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046A6B-3709-30BE-327B-4DAE0E3FA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91246-B319-186E-1CED-FE57C1D4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F584A-F516-F2A9-011F-9BC19B76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15F53F-C8DF-369E-4810-EA188C61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99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1C1C0-28D5-00E1-E9DB-EBB96179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F907DC-27CE-43F5-8BE8-C807BF648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918BAE-CCAF-8822-F784-0C74B7206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A22B60-D336-6102-88F1-85F6CFEE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E670C-D424-19AB-EA9B-4D4452FE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F7A7BC-22BD-B5B1-5F79-AE4EC896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69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E61E7C-BD6E-1FD4-70DB-A97D2DCF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A2D5C7-120B-8EE8-B9EB-E85A3A48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7E6D58-898B-A3EE-149A-038B06406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D543250-7DFA-15DF-5EE4-D9F39848C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94E27E0-E841-374E-B334-08C1C1B75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7DC88A-7B6A-3B3E-CE0E-DA93167C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D07177-A46D-18C9-DBF2-F6A52CD3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392D39-DBE2-B794-6D87-9E68D935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98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F93EA-33F6-9D6C-6DE1-19C746E9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C507B8-131C-E311-62AF-38FAF786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339F1D-A798-80A4-8E61-CB771501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798274-CFB4-FD0C-2D7D-EA1E9E60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04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2E33EA-DADA-48F2-F7CF-E7760A9F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337354-77C8-45CB-91A8-47BE4B19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7974DB-4295-ECD9-9C12-13243B27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32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2819E-ABFE-9786-D557-77E94933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316AA2-144A-4712-CF2E-8579D3A8F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11BAC7-37EC-DFB0-A6AE-FC0FF776E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696662-E0A1-DE74-46D4-DF0F6AF7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08C238-E568-4C4A-CFA6-4FE33107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7C6C72-B525-DEF7-CDCC-1E80B35A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204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8E841-7133-7143-A035-FF6C1452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BB5597-CD74-6AFE-184F-2B6A4E1E8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DEBEB6-C896-A103-2289-20E083963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B1A581-1465-2669-6EA0-2E901A25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16DF51-EC15-76E1-EBA1-E2C27A8F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714214-7415-FC41-41CF-BA64B9E7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08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1E61E-FDA0-237E-7E28-A633F032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199D2A-E18D-0F6D-846C-114F07C7B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834745-A84A-EE4B-76B7-A34B2E31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9CAAA9-B9D7-45B9-327C-3AF23C7A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FE6DB3-DF64-F2B9-22B5-0667B402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37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6A0113-BE28-7376-A9B0-051315BC1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AD46C7-9164-37B3-6157-18AFCC2DF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828589-4C77-6741-F916-47F2F1BC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D94EA1-13AC-D533-87EF-0927E289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CECE6F-2964-7101-2D32-B408A91F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55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FF4A3F1-39B5-72A2-0958-4C0F3B00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2D7E2C-0815-C146-7A13-BB6A6AA9A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328613-29CD-E95B-5B36-E62FC7C60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2CF78-164A-411D-9EBB-74859D5ACE2A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3D3ECD-AD95-7DA8-BCA4-E36C3CBE4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BC174A-86E2-A21B-E98D-C5AE96F3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B0DDE-D732-4F40-B292-5AEB79C3F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40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2917149-375E-8F8C-ADF7-C0E900DDB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80224C73-E4D7-CB7F-0CCE-B9E9B0A867EF}"/>
              </a:ext>
            </a:extLst>
          </p:cNvPr>
          <p:cNvCxnSpPr>
            <a:cxnSpLocks/>
          </p:cNvCxnSpPr>
          <p:nvPr/>
        </p:nvCxnSpPr>
        <p:spPr>
          <a:xfrm>
            <a:off x="2292350" y="2063816"/>
            <a:ext cx="0" cy="15613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9A6BEC55-7585-18D9-F06B-752649CB1E52}"/>
              </a:ext>
            </a:extLst>
          </p:cNvPr>
          <p:cNvCxnSpPr>
            <a:cxnSpLocks/>
          </p:cNvCxnSpPr>
          <p:nvPr/>
        </p:nvCxnSpPr>
        <p:spPr>
          <a:xfrm>
            <a:off x="2003425" y="993078"/>
            <a:ext cx="0" cy="2398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E9605F36-5C44-093A-A1DD-DB77FAAE6EB8}"/>
              </a:ext>
            </a:extLst>
          </p:cNvPr>
          <p:cNvSpPr/>
          <p:nvPr/>
        </p:nvSpPr>
        <p:spPr>
          <a:xfrm>
            <a:off x="2616200" y="2334444"/>
            <a:ext cx="172720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AT" b="1" dirty="0"/>
              <a:t>Strain </a:t>
            </a:r>
            <a:r>
              <a:rPr lang="de-AT" b="1" dirty="0" err="1"/>
              <a:t>Gauges</a:t>
            </a:r>
            <a:endParaRPr lang="de-DE" b="1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FE29D56-04BF-1C5B-BCE5-DD64B4A78129}"/>
              </a:ext>
            </a:extLst>
          </p:cNvPr>
          <p:cNvCxnSpPr>
            <a:cxnSpLocks/>
          </p:cNvCxnSpPr>
          <p:nvPr/>
        </p:nvCxnSpPr>
        <p:spPr>
          <a:xfrm>
            <a:off x="2692400" y="2703776"/>
            <a:ext cx="0" cy="8649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00AC7567-5F2B-DF58-7457-333A4A4FC4F8}"/>
              </a:ext>
            </a:extLst>
          </p:cNvPr>
          <p:cNvSpPr/>
          <p:nvPr/>
        </p:nvSpPr>
        <p:spPr>
          <a:xfrm>
            <a:off x="2260600" y="4581184"/>
            <a:ext cx="11684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endParaRPr lang="de-DE" b="1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F82C963-FE8F-A99B-8ED2-A38E405E8B20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844800" y="3810000"/>
            <a:ext cx="219472" cy="7711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8F7B357D-5FDE-FC14-98FC-E2211EAFF801}"/>
              </a:ext>
            </a:extLst>
          </p:cNvPr>
          <p:cNvSpPr/>
          <p:nvPr/>
        </p:nvSpPr>
        <p:spPr>
          <a:xfrm>
            <a:off x="1739900" y="5422469"/>
            <a:ext cx="2540000" cy="120032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Electronics,</a:t>
            </a:r>
          </a:p>
          <a:p>
            <a:pPr algn="ctr"/>
            <a:r>
              <a:rPr lang="de-AT" b="1" dirty="0"/>
              <a:t>Offset </a:t>
            </a:r>
            <a:r>
              <a:rPr lang="de-AT" b="1" dirty="0" err="1"/>
              <a:t>Compensation</a:t>
            </a:r>
            <a:r>
              <a:rPr lang="de-AT" b="1" dirty="0"/>
              <a:t> Potentiometer</a:t>
            </a:r>
            <a:endParaRPr lang="de-DE" b="1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7BDDE73-F799-949E-0B51-CA7E3C84EE59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4213225" y="4172419"/>
            <a:ext cx="1514475" cy="17749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5226820A-416E-02B4-1F9A-990AB8038FC4}"/>
              </a:ext>
            </a:extLst>
          </p:cNvPr>
          <p:cNvSpPr/>
          <p:nvPr/>
        </p:nvSpPr>
        <p:spPr>
          <a:xfrm>
            <a:off x="5861050" y="4209618"/>
            <a:ext cx="10668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Power Supply (±10V)</a:t>
            </a:r>
            <a:endParaRPr lang="de-DE" b="1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49A9424-4966-708F-48F9-247ADFD5F8F3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970462" y="4172419"/>
            <a:ext cx="890588" cy="4988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98DC0A9C-805D-48A1-E1DF-E1FB5AE1377E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4140200"/>
            <a:ext cx="469900" cy="12822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583364EC-5E91-6030-BA88-108BC3581D13}"/>
              </a:ext>
            </a:extLst>
          </p:cNvPr>
          <p:cNvSpPr/>
          <p:nvPr/>
        </p:nvSpPr>
        <p:spPr>
          <a:xfrm>
            <a:off x="4457700" y="5947412"/>
            <a:ext cx="25400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Signal</a:t>
            </a:r>
            <a:endParaRPr lang="de-DE" b="1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6DA9B2E-E9E6-E70F-9639-5A58AB5307A8}"/>
              </a:ext>
            </a:extLst>
          </p:cNvPr>
          <p:cNvSpPr/>
          <p:nvPr/>
        </p:nvSpPr>
        <p:spPr>
          <a:xfrm>
            <a:off x="2168525" y="1417485"/>
            <a:ext cx="135255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AFM Cantilever</a:t>
            </a:r>
            <a:endParaRPr lang="de-DE" b="1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B822D10-AE38-270C-66B8-DFA58F83B385}"/>
              </a:ext>
            </a:extLst>
          </p:cNvPr>
          <p:cNvSpPr/>
          <p:nvPr/>
        </p:nvSpPr>
        <p:spPr>
          <a:xfrm>
            <a:off x="5162550" y="264257"/>
            <a:ext cx="17653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Lowpass</a:t>
            </a:r>
            <a:r>
              <a:rPr lang="de-AT" b="1" dirty="0"/>
              <a:t> Filter (not </a:t>
            </a:r>
            <a:r>
              <a:rPr lang="de-AT" b="1" dirty="0" err="1"/>
              <a:t>shown</a:t>
            </a:r>
            <a:r>
              <a:rPr lang="de-AT" b="1" dirty="0"/>
              <a:t>)</a:t>
            </a:r>
            <a:endParaRPr lang="de-DE" b="1" dirty="0"/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06D96C8D-E2BE-2157-B4A3-AA36DDFB729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84964" y="42886"/>
            <a:ext cx="587422" cy="501650"/>
          </a:xfrm>
          <a:prstGeom prst="bentConnector3">
            <a:avLst>
              <a:gd name="adj1" fmla="val 274"/>
            </a:avLst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A2B09BA8-6AA6-4838-2B7B-F98798BC2ADE}"/>
              </a:ext>
            </a:extLst>
          </p:cNvPr>
          <p:cNvSpPr/>
          <p:nvPr/>
        </p:nvSpPr>
        <p:spPr>
          <a:xfrm>
            <a:off x="1784350" y="623746"/>
            <a:ext cx="135255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Sample</a:t>
            </a:r>
            <a:endParaRPr lang="de-DE" b="1" dirty="0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1415D75F-35C2-4FA6-00DB-35F58EAD22B2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7970837" y="3026941"/>
            <a:ext cx="484187" cy="11826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1C20BCCF-6EC9-228B-AFFD-92D334EFE56C}"/>
              </a:ext>
            </a:extLst>
          </p:cNvPr>
          <p:cNvSpPr/>
          <p:nvPr/>
        </p:nvSpPr>
        <p:spPr>
          <a:xfrm>
            <a:off x="7242175" y="2380610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Integral Controller</a:t>
            </a:r>
            <a:endParaRPr lang="de-DE" b="1" dirty="0"/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AA0622CD-6E7D-A4FE-6F75-DB76E088F86A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9037637" y="3026941"/>
            <a:ext cx="571500" cy="9735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C4843DBE-95FE-5244-246D-2723CC20EC1D}"/>
              </a:ext>
            </a:extLst>
          </p:cNvPr>
          <p:cNvSpPr/>
          <p:nvPr/>
        </p:nvSpPr>
        <p:spPr>
          <a:xfrm>
            <a:off x="8880475" y="2380610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Setpoint</a:t>
            </a:r>
            <a:r>
              <a:rPr lang="de-AT" b="1" dirty="0"/>
              <a:t> Signal</a:t>
            </a:r>
            <a:endParaRPr lang="de-DE" b="1" dirty="0"/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22293C9D-6BC6-B67A-B4FA-58543EE90BD4}"/>
              </a:ext>
            </a:extLst>
          </p:cNvPr>
          <p:cNvCxnSpPr>
            <a:cxnSpLocks/>
            <a:stCxn id="81" idx="0"/>
          </p:cNvCxnSpPr>
          <p:nvPr/>
        </p:nvCxnSpPr>
        <p:spPr>
          <a:xfrm flipH="1" flipV="1">
            <a:off x="9013825" y="4581184"/>
            <a:ext cx="595312" cy="551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2566130C-9095-18CD-A4F6-BC10CD3F45F3}"/>
              </a:ext>
            </a:extLst>
          </p:cNvPr>
          <p:cNvSpPr/>
          <p:nvPr/>
        </p:nvSpPr>
        <p:spPr>
          <a:xfrm>
            <a:off x="8880475" y="5132948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Controller </a:t>
            </a:r>
            <a:r>
              <a:rPr lang="de-AT" b="1" dirty="0" err="1"/>
              <a:t>Reset</a:t>
            </a:r>
            <a:endParaRPr lang="de-DE" b="1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D3F9BBAC-DD96-C826-DDA3-CCF32C405221}"/>
              </a:ext>
            </a:extLst>
          </p:cNvPr>
          <p:cNvSpPr/>
          <p:nvPr/>
        </p:nvSpPr>
        <p:spPr>
          <a:xfrm>
            <a:off x="5713412" y="3077170"/>
            <a:ext cx="13716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r>
              <a:rPr lang="de-AT" b="1" dirty="0"/>
              <a:t> Electronics</a:t>
            </a:r>
            <a:endParaRPr lang="de-DE" b="1" dirty="0"/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79275EF1-D02F-0458-F541-D20671CD1687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4813299" y="3312058"/>
            <a:ext cx="900113" cy="2267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26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hteck 80">
            <a:extLst>
              <a:ext uri="{FF2B5EF4-FFF2-40B4-BE49-F238E27FC236}">
                <a16:creationId xmlns:a16="http://schemas.microsoft.com/office/drawing/2014/main" id="{67B0A1C3-0CF1-FBC8-77B7-97F4478C7F64}"/>
              </a:ext>
            </a:extLst>
          </p:cNvPr>
          <p:cNvSpPr/>
          <p:nvPr/>
        </p:nvSpPr>
        <p:spPr>
          <a:xfrm>
            <a:off x="723900" y="114300"/>
            <a:ext cx="4147960" cy="61852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B7F1F131-F2B5-355D-2E56-A2308F88539F}"/>
              </a:ext>
            </a:extLst>
          </p:cNvPr>
          <p:cNvSpPr/>
          <p:nvPr/>
        </p:nvSpPr>
        <p:spPr>
          <a:xfrm>
            <a:off x="4882264" y="114300"/>
            <a:ext cx="6073266" cy="618524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25EC5F2-D1E0-EEA3-3EE7-4A0452F7904B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A43A5B9-ADCE-391C-CBD7-8B4AA1451491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1536276-FC7A-9F30-7E75-DBBE508E5171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E502EF2F-96BB-A210-3A4C-A9ABF8BB1932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C365734-4E6C-949F-001E-6EF3D98366D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E7E9D19-8579-F848-ACF1-15C1D4272307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830D4B0D-323F-E945-7C36-CCD2D28E88E6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5AA2F30-FDD1-EEFE-69D2-752A08FA682D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93282AC-A8B3-3556-2B84-AD4AA81B5324}"/>
              </a:ext>
            </a:extLst>
          </p:cNvPr>
          <p:cNvSpPr txBox="1"/>
          <p:nvPr/>
        </p:nvSpPr>
        <p:spPr>
          <a:xfrm>
            <a:off x="7207247" y="4286761"/>
            <a:ext cx="1397000" cy="698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Integral Controller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E5542E66-9C1F-9727-6468-378A1F158BFA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F740C0F5-ACA5-7B58-31E7-BE9E6BF83B16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E13A4F3-A942-2126-BFCA-285475B62023}"/>
              </a:ext>
            </a:extLst>
          </p:cNvPr>
          <p:cNvSpPr txBox="1"/>
          <p:nvPr/>
        </p:nvSpPr>
        <p:spPr>
          <a:xfrm>
            <a:off x="7207247" y="2768515"/>
            <a:ext cx="1397000" cy="6984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Lowpass</a:t>
            </a:r>
            <a:r>
              <a:rPr lang="de-AT" dirty="0"/>
              <a:t> Filter</a:t>
            </a:r>
            <a:endParaRPr lang="de-DE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CE003D2-74DD-B36B-B326-B8F1CBCEFACF}"/>
              </a:ext>
            </a:extLst>
          </p:cNvPr>
          <p:cNvCxnSpPr>
            <a:endCxn id="28" idx="0"/>
          </p:cNvCxnSpPr>
          <p:nvPr/>
        </p:nvCxnSpPr>
        <p:spPr>
          <a:xfrm>
            <a:off x="7905747" y="1948765"/>
            <a:ext cx="0" cy="819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EFA1D04-E3F8-C4D0-5E24-E57A76BEBFB8}"/>
              </a:ext>
            </a:extLst>
          </p:cNvPr>
          <p:cNvCxnSpPr>
            <a:cxnSpLocks/>
            <a:stCxn id="38" idx="4"/>
            <a:endCxn id="21" idx="0"/>
          </p:cNvCxnSpPr>
          <p:nvPr/>
        </p:nvCxnSpPr>
        <p:spPr>
          <a:xfrm>
            <a:off x="7905747" y="3962315"/>
            <a:ext cx="0" cy="324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753665B5-9A79-E5EF-5808-7ED42311139F}"/>
              </a:ext>
            </a:extLst>
          </p:cNvPr>
          <p:cNvSpPr/>
          <p:nvPr/>
        </p:nvSpPr>
        <p:spPr>
          <a:xfrm>
            <a:off x="7791447" y="373371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FC557447-5DBF-3C51-CD00-D4B58970D67C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>
            <a:off x="7905747" y="3467012"/>
            <a:ext cx="0" cy="266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CF0F23F4-A361-B18A-E7F9-804F8709A322}"/>
              </a:ext>
            </a:extLst>
          </p:cNvPr>
          <p:cNvSpPr/>
          <p:nvPr/>
        </p:nvSpPr>
        <p:spPr>
          <a:xfrm>
            <a:off x="8896352" y="3565484"/>
            <a:ext cx="1098552" cy="5650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Set </a:t>
            </a:r>
            <a:r>
              <a:rPr lang="de-AT" dirty="0" err="1"/>
              <a:t>point</a:t>
            </a:r>
            <a:endParaRPr lang="de-DE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28B560E-CF17-D330-5D76-047635D5DCD6}"/>
              </a:ext>
            </a:extLst>
          </p:cNvPr>
          <p:cNvCxnSpPr>
            <a:stCxn id="43" idx="1"/>
            <a:endCxn id="38" idx="6"/>
          </p:cNvCxnSpPr>
          <p:nvPr/>
        </p:nvCxnSpPr>
        <p:spPr>
          <a:xfrm flipH="1">
            <a:off x="8020047" y="3848015"/>
            <a:ext cx="876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F283CA53-1902-0415-2459-D61D40054651}"/>
              </a:ext>
            </a:extLst>
          </p:cNvPr>
          <p:cNvSpPr/>
          <p:nvPr/>
        </p:nvSpPr>
        <p:spPr>
          <a:xfrm>
            <a:off x="7969250" y="3534031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522AD14-1386-1E66-DBC8-F1AE57FB0000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6F5054A8-E524-BE62-EF5B-C8A838B18057}"/>
              </a:ext>
            </a:extLst>
          </p:cNvPr>
          <p:cNvSpPr/>
          <p:nvPr/>
        </p:nvSpPr>
        <p:spPr>
          <a:xfrm>
            <a:off x="6292850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02F10D30-37DA-3AE4-8B9A-F0F9CFAF9413}"/>
              </a:ext>
            </a:extLst>
          </p:cNvPr>
          <p:cNvCxnSpPr>
            <a:cxnSpLocks/>
            <a:stCxn id="21" idx="1"/>
            <a:endCxn id="49" idx="6"/>
          </p:cNvCxnSpPr>
          <p:nvPr/>
        </p:nvCxnSpPr>
        <p:spPr>
          <a:xfrm flipH="1">
            <a:off x="6521450" y="4636010"/>
            <a:ext cx="685797" cy="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769D8ECD-A66E-7B9F-4B92-45BFE32C725F}"/>
              </a:ext>
            </a:extLst>
          </p:cNvPr>
          <p:cNvSpPr/>
          <p:nvPr/>
        </p:nvSpPr>
        <p:spPr>
          <a:xfrm>
            <a:off x="6407150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877360C-FAAD-C822-F329-19973222F554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 flipV="1">
            <a:off x="5580769" y="4636011"/>
            <a:ext cx="712081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BF6C89-32FF-0046-38F1-90D2397A5BD7}"/>
              </a:ext>
            </a:extLst>
          </p:cNvPr>
          <p:cNvCxnSpPr>
            <a:cxnSpLocks/>
            <a:endCxn id="49" idx="4"/>
          </p:cNvCxnSpPr>
          <p:nvPr/>
        </p:nvCxnSpPr>
        <p:spPr>
          <a:xfrm flipV="1">
            <a:off x="6407150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3BE3361F-90F8-8A17-195F-E44D38E5FE3F}"/>
              </a:ext>
            </a:extLst>
          </p:cNvPr>
          <p:cNvSpPr/>
          <p:nvPr/>
        </p:nvSpPr>
        <p:spPr>
          <a:xfrm>
            <a:off x="5537202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Actuation</a:t>
            </a:r>
            <a:r>
              <a:rPr lang="de-AT" dirty="0"/>
              <a:t> Signal</a:t>
            </a:r>
            <a:endParaRPr lang="de-DE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50276AA-3554-49E2-4A0A-5EA9C8694E0C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4BCB6F90-9E78-C4F4-D540-C6D0BE7FF3E0}"/>
              </a:ext>
            </a:extLst>
          </p:cNvPr>
          <p:cNvSpPr/>
          <p:nvPr/>
        </p:nvSpPr>
        <p:spPr>
          <a:xfrm>
            <a:off x="2310526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2CE84BD-DA0A-8954-619F-B9D5F05FC1E4}"/>
              </a:ext>
            </a:extLst>
          </p:cNvPr>
          <p:cNvCxnSpPr>
            <a:cxnSpLocks/>
            <a:endCxn id="62" idx="4"/>
          </p:cNvCxnSpPr>
          <p:nvPr/>
        </p:nvCxnSpPr>
        <p:spPr>
          <a:xfrm flipV="1">
            <a:off x="2310526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ABF0EF53-303B-2CA9-7D88-12BEC30222DB}"/>
              </a:ext>
            </a:extLst>
          </p:cNvPr>
          <p:cNvSpPr/>
          <p:nvPr/>
        </p:nvSpPr>
        <p:spPr>
          <a:xfrm>
            <a:off x="1440578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Sample </a:t>
            </a:r>
            <a:r>
              <a:rPr lang="de-AT" dirty="0" err="1"/>
              <a:t>Topography</a:t>
            </a:r>
            <a:endParaRPr lang="de-DE" dirty="0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96BB6419-A3C6-F132-2D6B-8ADF2B4D9BD8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9E0D3D68-90CB-98A4-43BD-26E5F2A5FDAA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C6CB3A83-5D2D-CE78-5AEF-AB0D0FB83C28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8E072BC0-D8D1-F273-0151-9413E9CF5BE7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Rechteck 79">
            <a:extLst>
              <a:ext uri="{FF2B5EF4-FFF2-40B4-BE49-F238E27FC236}">
                <a16:creationId xmlns:a16="http://schemas.microsoft.com/office/drawing/2014/main" id="{4089D67D-7E24-DA7B-0633-0998C26B3DA5}"/>
              </a:ext>
            </a:extLst>
          </p:cNvPr>
          <p:cNvSpPr/>
          <p:nvPr/>
        </p:nvSpPr>
        <p:spPr>
          <a:xfrm>
            <a:off x="9067800" y="114300"/>
            <a:ext cx="1887730" cy="47024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de-AT" dirty="0"/>
              <a:t>Electric Domain</a:t>
            </a:r>
            <a:endParaRPr lang="de-DE" dirty="0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F7EA0126-9EA1-73F6-EE45-6409232B9764}"/>
              </a:ext>
            </a:extLst>
          </p:cNvPr>
          <p:cNvSpPr/>
          <p:nvPr/>
        </p:nvSpPr>
        <p:spPr>
          <a:xfrm>
            <a:off x="723897" y="114300"/>
            <a:ext cx="2287409" cy="4702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de-AT" dirty="0" err="1"/>
              <a:t>Mechanical</a:t>
            </a:r>
            <a:r>
              <a:rPr lang="de-AT" dirty="0"/>
              <a:t> Domain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2590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51C1-3EC3-B63A-EA0C-F4C10AF7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4857B08-FC7B-D0AC-C6E8-CCDC2FD27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2CF2A9B-85A0-6B31-06B1-8592771A9033}"/>
              </a:ext>
            </a:extLst>
          </p:cNvPr>
          <p:cNvSpPr/>
          <p:nvPr/>
        </p:nvSpPr>
        <p:spPr>
          <a:xfrm>
            <a:off x="2616200" y="2334444"/>
            <a:ext cx="172720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AT" b="1" dirty="0"/>
              <a:t>Strain </a:t>
            </a:r>
            <a:r>
              <a:rPr lang="de-AT" b="1" dirty="0" err="1"/>
              <a:t>Gauges</a:t>
            </a:r>
            <a:endParaRPr lang="de-DE" b="1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859F514-FD79-BED5-DB3F-1E5FF8253001}"/>
              </a:ext>
            </a:extLst>
          </p:cNvPr>
          <p:cNvCxnSpPr>
            <a:cxnSpLocks/>
          </p:cNvCxnSpPr>
          <p:nvPr/>
        </p:nvCxnSpPr>
        <p:spPr>
          <a:xfrm>
            <a:off x="2692400" y="2703776"/>
            <a:ext cx="0" cy="8649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13C457CE-99E1-0845-2732-598FEB57E83C}"/>
              </a:ext>
            </a:extLst>
          </p:cNvPr>
          <p:cNvSpPr/>
          <p:nvPr/>
        </p:nvSpPr>
        <p:spPr>
          <a:xfrm>
            <a:off x="2260600" y="4581184"/>
            <a:ext cx="11684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endParaRPr lang="de-DE" b="1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ECA3370-5D09-C40F-4FDC-975546033633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844800" y="3810000"/>
            <a:ext cx="219472" cy="7711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B20E6405-2E8F-0EC3-5FFF-D215010D3B52}"/>
              </a:ext>
            </a:extLst>
          </p:cNvPr>
          <p:cNvSpPr/>
          <p:nvPr/>
        </p:nvSpPr>
        <p:spPr>
          <a:xfrm>
            <a:off x="1739900" y="5422469"/>
            <a:ext cx="2540000" cy="120032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Electronics,</a:t>
            </a:r>
          </a:p>
          <a:p>
            <a:pPr algn="ctr"/>
            <a:r>
              <a:rPr lang="de-AT" b="1" dirty="0"/>
              <a:t>Offset </a:t>
            </a:r>
            <a:r>
              <a:rPr lang="de-AT" b="1" dirty="0" err="1"/>
              <a:t>Compensation</a:t>
            </a:r>
            <a:r>
              <a:rPr lang="de-AT" b="1" dirty="0"/>
              <a:t> Potentiometer</a:t>
            </a:r>
            <a:endParaRPr lang="de-DE" b="1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73F5445-58AE-374E-D90E-B41D4B4D152A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4213225" y="4172419"/>
            <a:ext cx="1514475" cy="17749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70E4516B-9928-CA11-2828-20269EBD60AE}"/>
              </a:ext>
            </a:extLst>
          </p:cNvPr>
          <p:cNvSpPr/>
          <p:nvPr/>
        </p:nvSpPr>
        <p:spPr>
          <a:xfrm>
            <a:off x="5861050" y="4209618"/>
            <a:ext cx="10668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Power Supply (±10V)</a:t>
            </a:r>
            <a:endParaRPr lang="de-DE" b="1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27492E5-D124-8348-CEDE-68B32D27ECA7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970462" y="4172419"/>
            <a:ext cx="890588" cy="4988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DE6A67DA-AAC7-8B28-3140-76681C5FDA04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4140200"/>
            <a:ext cx="469900" cy="12822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E192C50C-E0B7-4E6C-59DE-1876E67B964A}"/>
              </a:ext>
            </a:extLst>
          </p:cNvPr>
          <p:cNvSpPr/>
          <p:nvPr/>
        </p:nvSpPr>
        <p:spPr>
          <a:xfrm>
            <a:off x="4457700" y="5947412"/>
            <a:ext cx="25400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Signal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07619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1E2C-6289-288E-F35D-964C0EBC4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9251068-6B61-56D1-71DC-804369CA82B4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81A0770-0640-8E5D-41E9-4AFE2728818C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65D92C9-9049-B0A2-35E3-BD638DD1A236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800AE070-160F-7F3D-2FAC-CDD6BE739D27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A80BDDE-3181-25D1-5A5A-95AA20EAF2C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496F002-6E4D-2009-F428-80EE6D399554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3E560862-FEB8-59A0-010A-0EC32E102291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F7D1914-A86F-7289-AA9F-7074F7D620E2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85E0C9E0-94F9-249F-89B3-669FF1BD795E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FFF5CBC5-F66E-FA18-CB7D-4834E4FD4B45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B38F9F4-B167-6E44-870C-ABDB6C5F9F3C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8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4FF4-0CB3-43DD-0CED-B55812A6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2E1A60-7251-1A96-E5BD-2E317DEC9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79832548-548A-B5C5-ED5C-7ABE3802A4F6}"/>
              </a:ext>
            </a:extLst>
          </p:cNvPr>
          <p:cNvCxnSpPr>
            <a:cxnSpLocks/>
          </p:cNvCxnSpPr>
          <p:nvPr/>
        </p:nvCxnSpPr>
        <p:spPr>
          <a:xfrm>
            <a:off x="2292350" y="2063816"/>
            <a:ext cx="0" cy="15613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6898F57C-FB63-FDDD-042B-7A1126805AA0}"/>
              </a:ext>
            </a:extLst>
          </p:cNvPr>
          <p:cNvSpPr/>
          <p:nvPr/>
        </p:nvSpPr>
        <p:spPr>
          <a:xfrm>
            <a:off x="2616200" y="2334444"/>
            <a:ext cx="172720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AT" b="1" dirty="0"/>
              <a:t>Strain </a:t>
            </a:r>
            <a:r>
              <a:rPr lang="de-AT" b="1" dirty="0" err="1"/>
              <a:t>Gauges</a:t>
            </a:r>
            <a:endParaRPr lang="de-DE" b="1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EC913B8-DADE-CD8A-622E-A17BEACD5E77}"/>
              </a:ext>
            </a:extLst>
          </p:cNvPr>
          <p:cNvCxnSpPr>
            <a:cxnSpLocks/>
          </p:cNvCxnSpPr>
          <p:nvPr/>
        </p:nvCxnSpPr>
        <p:spPr>
          <a:xfrm>
            <a:off x="2692400" y="2703776"/>
            <a:ext cx="0" cy="8649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67ACDE3-C1D3-57D9-D773-0724B1BFF8EA}"/>
              </a:ext>
            </a:extLst>
          </p:cNvPr>
          <p:cNvSpPr/>
          <p:nvPr/>
        </p:nvSpPr>
        <p:spPr>
          <a:xfrm>
            <a:off x="2260600" y="4581184"/>
            <a:ext cx="11684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endParaRPr lang="de-DE" b="1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54D3450-5921-471C-D2BC-C524EEED2CF2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844800" y="3810000"/>
            <a:ext cx="219472" cy="7711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4C9993C8-B60E-01CB-A1EB-AB1B199E25D1}"/>
              </a:ext>
            </a:extLst>
          </p:cNvPr>
          <p:cNvSpPr/>
          <p:nvPr/>
        </p:nvSpPr>
        <p:spPr>
          <a:xfrm>
            <a:off x="1739900" y="5422469"/>
            <a:ext cx="2540000" cy="120032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Electronics,</a:t>
            </a:r>
          </a:p>
          <a:p>
            <a:pPr algn="ctr"/>
            <a:r>
              <a:rPr lang="de-AT" b="1" dirty="0"/>
              <a:t>Offset </a:t>
            </a:r>
            <a:r>
              <a:rPr lang="de-AT" b="1" dirty="0" err="1"/>
              <a:t>Compensation</a:t>
            </a:r>
            <a:r>
              <a:rPr lang="de-AT" b="1" dirty="0"/>
              <a:t> Potentiometer</a:t>
            </a:r>
            <a:endParaRPr lang="de-DE" b="1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28872F6-20F2-C49A-3C5A-0AD64FB50780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4213225" y="4172419"/>
            <a:ext cx="1514475" cy="17749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2D2DA325-59D7-9D88-75FD-7883D62530A4}"/>
              </a:ext>
            </a:extLst>
          </p:cNvPr>
          <p:cNvSpPr/>
          <p:nvPr/>
        </p:nvSpPr>
        <p:spPr>
          <a:xfrm>
            <a:off x="5861050" y="4209618"/>
            <a:ext cx="10668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Power Supply (±10V)</a:t>
            </a:r>
            <a:endParaRPr lang="de-DE" b="1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CFED3B6-0928-E45E-7558-B8C497453B26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970462" y="4172419"/>
            <a:ext cx="890588" cy="4988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B298C16-2C1B-0870-A456-50FB28749962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4140200"/>
            <a:ext cx="469900" cy="12822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95761283-EE63-D27E-B3C5-DCCD7C887B8D}"/>
              </a:ext>
            </a:extLst>
          </p:cNvPr>
          <p:cNvSpPr/>
          <p:nvPr/>
        </p:nvSpPr>
        <p:spPr>
          <a:xfrm>
            <a:off x="4457700" y="5947412"/>
            <a:ext cx="25400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Signal</a:t>
            </a:r>
            <a:endParaRPr lang="de-DE" b="1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075AB482-9202-ACEA-2C7A-DB04CD3DB403}"/>
              </a:ext>
            </a:extLst>
          </p:cNvPr>
          <p:cNvSpPr/>
          <p:nvPr/>
        </p:nvSpPr>
        <p:spPr>
          <a:xfrm>
            <a:off x="2168525" y="1417485"/>
            <a:ext cx="135255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AFM Cantilever</a:t>
            </a:r>
            <a:endParaRPr lang="de-DE" b="1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FCDCE650-2FBA-252D-B4B9-1F7F471CEE33}"/>
              </a:ext>
            </a:extLst>
          </p:cNvPr>
          <p:cNvSpPr/>
          <p:nvPr/>
        </p:nvSpPr>
        <p:spPr>
          <a:xfrm>
            <a:off x="5713412" y="3077170"/>
            <a:ext cx="13716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r>
              <a:rPr lang="de-AT" b="1" dirty="0"/>
              <a:t> Electronics</a:t>
            </a:r>
            <a:endParaRPr lang="de-DE" b="1" dirty="0"/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F75BB3BB-8EFD-B68D-83AB-D3E9A8384AD7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4813299" y="3312058"/>
            <a:ext cx="900113" cy="2267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85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9170-9CF8-FD9F-8D9D-90BD4C94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8FE8BF2-2A98-A504-50CD-2F51D393C480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CBDA64C-BF25-47E9-6167-9D34CFC70D9E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E2E0FC8-8D8A-4358-A66C-A38383631F43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A3CE4630-724B-EA41-9D90-F5D4B1A95F2F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71EE519-BA48-681A-94C2-7F5BCDE9D03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680CB5F-0B5E-4FC2-DC11-66DD9D6AA46C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A5FA0115-FEFE-346A-B9CD-A1AC3278EE60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99F56C2-0E6F-48B5-7287-E64B0CDF8B4E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2D4559B-71CE-FAD5-9899-8CC232700FEE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73567E78-2CBD-E5D2-1846-E1310416DFA3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D701504-86A5-FCB0-9FC9-96E27D731257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7EA3C389-61C3-1A0D-80AE-2B7E5EB24801}"/>
              </a:ext>
            </a:extLst>
          </p:cNvPr>
          <p:cNvSpPr/>
          <p:nvPr/>
        </p:nvSpPr>
        <p:spPr>
          <a:xfrm>
            <a:off x="6292850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7FD34D6-DDC9-275E-07EA-99AF77E8FF71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 flipV="1">
            <a:off x="5580769" y="4636011"/>
            <a:ext cx="712081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D6081DC0-4ADF-0C28-6798-47215A42FEA0}"/>
              </a:ext>
            </a:extLst>
          </p:cNvPr>
          <p:cNvCxnSpPr>
            <a:cxnSpLocks/>
            <a:endCxn id="49" idx="4"/>
          </p:cNvCxnSpPr>
          <p:nvPr/>
        </p:nvCxnSpPr>
        <p:spPr>
          <a:xfrm flipV="1">
            <a:off x="6407150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2833A3E1-8A62-AEDA-D016-1ED2B3B9B0EE}"/>
              </a:ext>
            </a:extLst>
          </p:cNvPr>
          <p:cNvSpPr/>
          <p:nvPr/>
        </p:nvSpPr>
        <p:spPr>
          <a:xfrm>
            <a:off x="5537202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Actuation</a:t>
            </a:r>
            <a:r>
              <a:rPr lang="de-AT" dirty="0"/>
              <a:t> Signal</a:t>
            </a:r>
            <a:endParaRPr lang="de-DE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5921C890-9084-BE1E-FD1B-93488EC80F12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852CF128-C755-C09B-11E3-FFADF5E08027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3F8420FC-3B8C-67D3-8326-E9527439DF0B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1ED72E5E-8E39-ED82-6113-14332828AA2D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44664C7B-F23C-D63C-F03B-D5230DC650B4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B7A37444-F5BF-5452-6669-8730C3DAAF61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52DD148-6CE1-A4E0-07B9-F939FCD6A709}"/>
              </a:ext>
            </a:extLst>
          </p:cNvPr>
          <p:cNvSpPr/>
          <p:nvPr/>
        </p:nvSpPr>
        <p:spPr>
          <a:xfrm>
            <a:off x="5548142" y="5859536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-0.5 V - +0.5 V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05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C8B7-274E-ED15-C26F-133BD44A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48AF519-6D82-42A8-A159-A96853FFE5E4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2F73E9-6735-A5A5-6500-1B26634EDB8C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CDBA0B8-37C7-B622-9F92-AA651B45ACB4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E1B62D05-518C-E774-E939-599F1CC40F7D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775C6AA-6D5F-EADE-4A1E-48CA153E004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5EAC321-8F88-E980-E06B-C21F1723A468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19703846-F78B-2360-5CAF-C21988C0FF0C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11AF808-A373-4E6F-3147-FF6E886D5332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7185F9B-A2EF-4EA3-3C45-A1870964E3AF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4CE680FD-DAD5-344C-A980-58C0E1D4237E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6FF1740-C1F9-3475-8930-8762F922A78A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C79919AE-E73F-8931-1081-71B893EC3D8F}"/>
              </a:ext>
            </a:extLst>
          </p:cNvPr>
          <p:cNvSpPr/>
          <p:nvPr/>
        </p:nvSpPr>
        <p:spPr>
          <a:xfrm>
            <a:off x="6292850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125A6CE7-832A-FF7A-BCB0-9F110012BD49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 flipV="1">
            <a:off x="5580769" y="4636011"/>
            <a:ext cx="712081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302210A8-D3D1-E397-6A4E-A6C625D7F283}"/>
              </a:ext>
            </a:extLst>
          </p:cNvPr>
          <p:cNvCxnSpPr>
            <a:cxnSpLocks/>
            <a:endCxn id="49" idx="4"/>
          </p:cNvCxnSpPr>
          <p:nvPr/>
        </p:nvCxnSpPr>
        <p:spPr>
          <a:xfrm flipV="1">
            <a:off x="6407150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E639FCFC-F000-E0A3-1981-D9E017DC1A2E}"/>
              </a:ext>
            </a:extLst>
          </p:cNvPr>
          <p:cNvSpPr/>
          <p:nvPr/>
        </p:nvSpPr>
        <p:spPr>
          <a:xfrm>
            <a:off x="5537202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Actuation</a:t>
            </a:r>
            <a:r>
              <a:rPr lang="de-AT" dirty="0"/>
              <a:t> Signal</a:t>
            </a:r>
            <a:endParaRPr lang="de-DE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4F83E89-B6A9-2028-4AEE-563AF4AB3735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6BF40DBD-5233-451D-4D01-EC4A37800A20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4CF1EE96-E93B-6DD7-84A8-AC0E98DCE1DD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9041F822-74AF-CF28-E726-51FD54863B5F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59AC7CCC-311C-6C3C-D7F1-412E1A04B805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7055D205-23CC-0845-4151-5D4848B7D090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A5281B8-99AF-8C96-8DBF-3B06481EEBAA}"/>
              </a:ext>
            </a:extLst>
          </p:cNvPr>
          <p:cNvSpPr/>
          <p:nvPr/>
        </p:nvSpPr>
        <p:spPr>
          <a:xfrm>
            <a:off x="5548142" y="5859536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10 Hz - 100 Hz sine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65669D2-D13D-EF04-C39A-C5B751BC1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4" y="0"/>
            <a:ext cx="10659976" cy="6863167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D88AC49-66E1-7865-6110-2DCD5E715794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424238" y="219075"/>
            <a:ext cx="681037" cy="101917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F934364A-2133-39C9-ADA6-A6D7FFBD23FC}"/>
                  </a:ext>
                </a:extLst>
              </p:cNvPr>
              <p:cNvSpPr/>
              <p:nvPr/>
            </p:nvSpPr>
            <p:spPr>
              <a:xfrm>
                <a:off x="2971800" y="1238250"/>
                <a:ext cx="904875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17.3 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  <m:oMath xmlns:m="http://schemas.openxmlformats.org/officeDocument/2006/math"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18.9 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F934364A-2133-39C9-ADA6-A6D7FFBD2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38250"/>
                <a:ext cx="904875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BE9B287-7DCC-5042-7102-5ADE86C36DA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817269" y="219075"/>
            <a:ext cx="452438" cy="101917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4D914C77-A301-788D-C893-C2BA33A9CCDE}"/>
                  </a:ext>
                </a:extLst>
              </p:cNvPr>
              <p:cNvSpPr/>
              <p:nvPr/>
            </p:nvSpPr>
            <p:spPr>
              <a:xfrm>
                <a:off x="4817269" y="1238250"/>
                <a:ext cx="904875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18.0 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  <m:oMath xmlns:m="http://schemas.openxmlformats.org/officeDocument/2006/math">
                      <m:r>
                        <a:rPr lang="de-AT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2.1 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4D914C77-A301-788D-C893-C2BA33A9CC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269" y="1238250"/>
                <a:ext cx="904875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5E432BC-30BA-3A8F-8ED7-C7327FFA4AC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6598445" y="1352550"/>
            <a:ext cx="592932" cy="54292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CCD47EDE-6FA1-77D3-D97C-52F2BA723A40}"/>
                  </a:ext>
                </a:extLst>
              </p:cNvPr>
              <p:cNvSpPr/>
              <p:nvPr/>
            </p:nvSpPr>
            <p:spPr>
              <a:xfrm>
                <a:off x="6146007" y="1895475"/>
                <a:ext cx="904875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−9.3 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  <m:oMath xmlns:m="http://schemas.openxmlformats.org/officeDocument/2006/math">
                      <m:r>
                        <a:rPr lang="de-AT" sz="16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AT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8.6</m:t>
                      </m:r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CCD47EDE-6FA1-77D3-D97C-52F2BA723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007" y="1895475"/>
                <a:ext cx="904875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22AAFE3D-0C13-318E-C384-F6EDDF3975CB}"/>
              </a:ext>
            </a:extLst>
          </p:cNvPr>
          <p:cNvCxnSpPr>
            <a:cxnSpLocks/>
          </p:cNvCxnSpPr>
          <p:nvPr/>
        </p:nvCxnSpPr>
        <p:spPr>
          <a:xfrm flipH="1" flipV="1">
            <a:off x="9977438" y="628650"/>
            <a:ext cx="271462" cy="28575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80178C6-71A2-83B2-442E-E1624048B6AE}"/>
                  </a:ext>
                </a:extLst>
              </p:cNvPr>
              <p:cNvSpPr/>
              <p:nvPr/>
            </p:nvSpPr>
            <p:spPr>
              <a:xfrm>
                <a:off x="9072563" y="381000"/>
                <a:ext cx="904875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  <m:oMath xmlns:m="http://schemas.openxmlformats.org/officeDocument/2006/math">
                      <m:r>
                        <a:rPr lang="de-AT" sz="16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AT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8.8</m:t>
                      </m:r>
                      <m:r>
                        <a:rPr lang="de-AT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80178C6-71A2-83B2-442E-E1624048B6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563" y="381000"/>
                <a:ext cx="904875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8699B58-CAD1-1344-91EE-3FF7B6CACBE9}"/>
              </a:ext>
            </a:extLst>
          </p:cNvPr>
          <p:cNvCxnSpPr/>
          <p:nvPr/>
        </p:nvCxnSpPr>
        <p:spPr>
          <a:xfrm>
            <a:off x="4114800" y="0"/>
            <a:ext cx="0" cy="6438900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7543029-A22A-7830-FEE2-AF7277A0E53D}"/>
              </a:ext>
            </a:extLst>
          </p:cNvPr>
          <p:cNvCxnSpPr/>
          <p:nvPr/>
        </p:nvCxnSpPr>
        <p:spPr>
          <a:xfrm>
            <a:off x="4781551" y="0"/>
            <a:ext cx="0" cy="6438900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2C5901B-C1E8-E340-6C0C-88BD22D57CC4}"/>
              </a:ext>
            </a:extLst>
          </p:cNvPr>
          <p:cNvCxnSpPr/>
          <p:nvPr/>
        </p:nvCxnSpPr>
        <p:spPr>
          <a:xfrm>
            <a:off x="7191377" y="0"/>
            <a:ext cx="0" cy="6438900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787AB4A-B9CA-71B1-2744-D14872C27877}"/>
              </a:ext>
            </a:extLst>
          </p:cNvPr>
          <p:cNvCxnSpPr/>
          <p:nvPr/>
        </p:nvCxnSpPr>
        <p:spPr>
          <a:xfrm>
            <a:off x="10258427" y="0"/>
            <a:ext cx="0" cy="6438900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97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6A71-4EF9-FCE3-5D0F-23200D03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8362DEA-129F-2DEC-B185-4278436C6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E5BED04A-5642-322C-AE94-837A0E894CAE}"/>
              </a:ext>
            </a:extLst>
          </p:cNvPr>
          <p:cNvCxnSpPr>
            <a:cxnSpLocks/>
          </p:cNvCxnSpPr>
          <p:nvPr/>
        </p:nvCxnSpPr>
        <p:spPr>
          <a:xfrm>
            <a:off x="2292350" y="2063816"/>
            <a:ext cx="0" cy="15613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85B2A3BA-5841-2CAA-9D40-C275D4262EA5}"/>
              </a:ext>
            </a:extLst>
          </p:cNvPr>
          <p:cNvCxnSpPr>
            <a:cxnSpLocks/>
          </p:cNvCxnSpPr>
          <p:nvPr/>
        </p:nvCxnSpPr>
        <p:spPr>
          <a:xfrm>
            <a:off x="2003425" y="993078"/>
            <a:ext cx="0" cy="2398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A2C4DB47-F220-CDC5-AB07-36F04DBEB731}"/>
              </a:ext>
            </a:extLst>
          </p:cNvPr>
          <p:cNvSpPr/>
          <p:nvPr/>
        </p:nvSpPr>
        <p:spPr>
          <a:xfrm>
            <a:off x="2616200" y="2334444"/>
            <a:ext cx="172720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AT" b="1" dirty="0"/>
              <a:t>Strain </a:t>
            </a:r>
            <a:r>
              <a:rPr lang="de-AT" b="1" dirty="0" err="1"/>
              <a:t>Gauges</a:t>
            </a:r>
            <a:endParaRPr lang="de-DE" b="1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15B76ED-FF67-8814-54F6-F72D10831CCF}"/>
              </a:ext>
            </a:extLst>
          </p:cNvPr>
          <p:cNvCxnSpPr>
            <a:cxnSpLocks/>
          </p:cNvCxnSpPr>
          <p:nvPr/>
        </p:nvCxnSpPr>
        <p:spPr>
          <a:xfrm>
            <a:off x="2692400" y="2703776"/>
            <a:ext cx="0" cy="8649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61E3FDB-B594-3E15-516D-064B20312523}"/>
              </a:ext>
            </a:extLst>
          </p:cNvPr>
          <p:cNvSpPr/>
          <p:nvPr/>
        </p:nvSpPr>
        <p:spPr>
          <a:xfrm>
            <a:off x="2260600" y="4581184"/>
            <a:ext cx="11684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endParaRPr lang="de-DE" b="1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EF04E71-8CA5-5D73-B1AE-B7E3205731A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844800" y="3810000"/>
            <a:ext cx="219472" cy="7711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F0B8EE79-02D4-CF4A-312E-B1CE3201AB8C}"/>
              </a:ext>
            </a:extLst>
          </p:cNvPr>
          <p:cNvSpPr/>
          <p:nvPr/>
        </p:nvSpPr>
        <p:spPr>
          <a:xfrm>
            <a:off x="1739900" y="5422469"/>
            <a:ext cx="2540000" cy="120032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Electronics,</a:t>
            </a:r>
          </a:p>
          <a:p>
            <a:pPr algn="ctr"/>
            <a:r>
              <a:rPr lang="de-AT" b="1" dirty="0"/>
              <a:t>Offset </a:t>
            </a:r>
            <a:r>
              <a:rPr lang="de-AT" b="1" dirty="0" err="1"/>
              <a:t>Compensation</a:t>
            </a:r>
            <a:r>
              <a:rPr lang="de-AT" b="1" dirty="0"/>
              <a:t> Potentiometer</a:t>
            </a:r>
            <a:endParaRPr lang="de-DE" b="1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0F11ADA-431E-F545-0B38-4A277BEAD4FB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4213225" y="4172419"/>
            <a:ext cx="1514475" cy="17749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2DF95921-A614-2958-6A09-92091E7B0F65}"/>
              </a:ext>
            </a:extLst>
          </p:cNvPr>
          <p:cNvSpPr/>
          <p:nvPr/>
        </p:nvSpPr>
        <p:spPr>
          <a:xfrm>
            <a:off x="5861050" y="4209618"/>
            <a:ext cx="10668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Power Supply (±10V)</a:t>
            </a:r>
            <a:endParaRPr lang="de-DE" b="1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5972C03-F206-1CF5-84CB-C7F6BC25BADE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970462" y="4172419"/>
            <a:ext cx="890588" cy="4988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919C0C50-DCBA-D4BE-F94C-CB26028295B2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4140200"/>
            <a:ext cx="469900" cy="12822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F83E7B32-311E-AE0C-4EDE-FA375CECBC2E}"/>
              </a:ext>
            </a:extLst>
          </p:cNvPr>
          <p:cNvSpPr/>
          <p:nvPr/>
        </p:nvSpPr>
        <p:spPr>
          <a:xfrm>
            <a:off x="4457700" y="5947412"/>
            <a:ext cx="25400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Signal</a:t>
            </a:r>
            <a:endParaRPr lang="de-DE" b="1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E4A7153-45F1-3CAE-2E4F-57AAB1329E70}"/>
              </a:ext>
            </a:extLst>
          </p:cNvPr>
          <p:cNvSpPr/>
          <p:nvPr/>
        </p:nvSpPr>
        <p:spPr>
          <a:xfrm>
            <a:off x="2168525" y="1417485"/>
            <a:ext cx="135255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AFM Cantilever</a:t>
            </a:r>
            <a:endParaRPr lang="de-DE" b="1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21D213EF-8737-A5E3-3EA1-8E7E529F2D6D}"/>
              </a:ext>
            </a:extLst>
          </p:cNvPr>
          <p:cNvSpPr/>
          <p:nvPr/>
        </p:nvSpPr>
        <p:spPr>
          <a:xfrm>
            <a:off x="1784350" y="623746"/>
            <a:ext cx="135255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Sample</a:t>
            </a:r>
            <a:endParaRPr lang="de-DE" b="1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5326CF5C-A867-832C-4CC1-E233E63BEC7F}"/>
              </a:ext>
            </a:extLst>
          </p:cNvPr>
          <p:cNvSpPr/>
          <p:nvPr/>
        </p:nvSpPr>
        <p:spPr>
          <a:xfrm>
            <a:off x="5713412" y="3077170"/>
            <a:ext cx="13716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r>
              <a:rPr lang="de-AT" b="1" dirty="0"/>
              <a:t> Electronics</a:t>
            </a:r>
            <a:endParaRPr lang="de-DE" b="1" dirty="0"/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5502A94B-930B-170E-AF1F-5C373BD4DD9E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4813299" y="3312058"/>
            <a:ext cx="900113" cy="2267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68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703A-90EC-0920-F28B-9097F35D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3C8F09E-5177-7615-6615-C4F1E4221B8D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D17ECC2-7484-C6EA-FA60-29B1F4855DD8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A1BB257-811C-1EE6-94CD-E92FA2234FF4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BA1C29DA-BB8A-6A24-845A-E85E6E99DE42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79F4D8D-2312-A397-4FB8-2F4FB92C128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FBDF6BB-EAE1-26FB-F319-41135C84598A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FB35389B-22EA-34BE-0055-5D0679F12ACF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329B6C3-34D7-5F35-994F-5FD9048E1F9F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D8828F4-2C60-6622-5B16-F38C207241EA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3AEC3040-D0B9-347C-21F5-217A82B87127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F5ADBB07-BE99-7713-F0D9-12B5D83266D7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D2E85934-9B40-BD1B-6073-D660FB64348B}"/>
              </a:ext>
            </a:extLst>
          </p:cNvPr>
          <p:cNvSpPr/>
          <p:nvPr/>
        </p:nvSpPr>
        <p:spPr>
          <a:xfrm>
            <a:off x="6292850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4A660C4-0E20-66FD-8D6A-171CDA64C471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 flipV="1">
            <a:off x="5580769" y="4636011"/>
            <a:ext cx="712081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25ADC646-B082-427A-6151-9599DB1AF65B}"/>
              </a:ext>
            </a:extLst>
          </p:cNvPr>
          <p:cNvCxnSpPr>
            <a:cxnSpLocks/>
            <a:endCxn id="49" idx="4"/>
          </p:cNvCxnSpPr>
          <p:nvPr/>
        </p:nvCxnSpPr>
        <p:spPr>
          <a:xfrm flipV="1">
            <a:off x="6407150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F54964B5-70AB-28BC-6289-280DB82E95EE}"/>
              </a:ext>
            </a:extLst>
          </p:cNvPr>
          <p:cNvSpPr/>
          <p:nvPr/>
        </p:nvSpPr>
        <p:spPr>
          <a:xfrm>
            <a:off x="5537202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Actuation</a:t>
            </a:r>
            <a:r>
              <a:rPr lang="de-AT" dirty="0"/>
              <a:t> Signal</a:t>
            </a:r>
            <a:endParaRPr lang="de-DE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AD2EB8C7-94CF-E6DB-DEC2-3C569D6779DF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A601ADDF-CF54-DC45-BDA0-153AADC6CA5C}"/>
              </a:ext>
            </a:extLst>
          </p:cNvPr>
          <p:cNvSpPr/>
          <p:nvPr/>
        </p:nvSpPr>
        <p:spPr>
          <a:xfrm>
            <a:off x="2310526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A66550B7-4E0C-1664-43F0-AF3A4D88B2A8}"/>
              </a:ext>
            </a:extLst>
          </p:cNvPr>
          <p:cNvCxnSpPr>
            <a:cxnSpLocks/>
            <a:endCxn id="62" idx="4"/>
          </p:cNvCxnSpPr>
          <p:nvPr/>
        </p:nvCxnSpPr>
        <p:spPr>
          <a:xfrm flipV="1">
            <a:off x="2310526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CEA2A142-BFAB-924F-7161-740ACBB5EA90}"/>
              </a:ext>
            </a:extLst>
          </p:cNvPr>
          <p:cNvSpPr/>
          <p:nvPr/>
        </p:nvSpPr>
        <p:spPr>
          <a:xfrm>
            <a:off x="1440578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Sample </a:t>
            </a:r>
            <a:r>
              <a:rPr lang="de-AT" dirty="0" err="1"/>
              <a:t>Topography</a:t>
            </a:r>
            <a:endParaRPr lang="de-DE" dirty="0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9BF6994E-E00C-A8E1-0AC2-AB8A2D6D8E2D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24EED9D7-8323-36C9-503F-1A41B5A66184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F24F373A-26EB-6B76-13E9-1CA671FBB9B7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9311A06E-3F7C-5880-B6CC-804DE3DF33E6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57779BC0-77A9-BC48-62F3-AFD6EBA509C6}"/>
              </a:ext>
            </a:extLst>
          </p:cNvPr>
          <p:cNvSpPr/>
          <p:nvPr/>
        </p:nvSpPr>
        <p:spPr>
          <a:xfrm>
            <a:off x="5548142" y="5859536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0.5 Hz</a:t>
            </a:r>
          </a:p>
          <a:p>
            <a:pPr algn="ctr"/>
            <a:r>
              <a:rPr lang="de-AT" dirty="0" err="1">
                <a:solidFill>
                  <a:srgbClr val="FF0000"/>
                </a:solidFill>
              </a:rPr>
              <a:t>triangle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FBEF1EB-9535-30D5-E164-6BAB93FCED2D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80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0A58951-6266-CB68-0B43-876C38AAC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033462"/>
            <a:ext cx="7620000" cy="479107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3825DE3-18F1-D6B4-01E6-F58486CEB09D}"/>
              </a:ext>
            </a:extLst>
          </p:cNvPr>
          <p:cNvCxnSpPr>
            <a:cxnSpLocks/>
          </p:cNvCxnSpPr>
          <p:nvPr/>
        </p:nvCxnSpPr>
        <p:spPr>
          <a:xfrm flipH="1">
            <a:off x="5534025" y="2124075"/>
            <a:ext cx="1762125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784B9DB-6AEF-51D6-C147-092FFC32CDF0}"/>
              </a:ext>
            </a:extLst>
          </p:cNvPr>
          <p:cNvSpPr/>
          <p:nvPr/>
        </p:nvSpPr>
        <p:spPr>
          <a:xfrm>
            <a:off x="6096000" y="1464975"/>
            <a:ext cx="159543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approaching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the</a:t>
            </a:r>
            <a:r>
              <a:rPr lang="de-AT" sz="1600" dirty="0">
                <a:solidFill>
                  <a:srgbClr val="0000FF"/>
                </a:solidFill>
              </a:rPr>
              <a:t> sample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8F8547B-847B-0F87-CF40-167EE810D410}"/>
              </a:ext>
            </a:extLst>
          </p:cNvPr>
          <p:cNvCxnSpPr>
            <a:cxnSpLocks/>
          </p:cNvCxnSpPr>
          <p:nvPr/>
        </p:nvCxnSpPr>
        <p:spPr>
          <a:xfrm flipH="1">
            <a:off x="3130153" y="2727811"/>
            <a:ext cx="1190626" cy="83099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DCE3B649-462A-0358-26CC-37959AB8A824}"/>
              </a:ext>
            </a:extLst>
          </p:cNvPr>
          <p:cNvSpPr/>
          <p:nvPr/>
        </p:nvSpPr>
        <p:spPr>
          <a:xfrm>
            <a:off x="2490787" y="2410390"/>
            <a:ext cx="1190626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cantilever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deflection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17C018-91B2-119C-B6FB-FB3742E0465D}"/>
              </a:ext>
            </a:extLst>
          </p:cNvPr>
          <p:cNvSpPr/>
          <p:nvPr/>
        </p:nvSpPr>
        <p:spPr>
          <a:xfrm>
            <a:off x="5048250" y="2511680"/>
            <a:ext cx="971550" cy="830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B8DC733-C512-8E16-725C-3DBD50C7307B}"/>
              </a:ext>
            </a:extLst>
          </p:cNvPr>
          <p:cNvSpPr/>
          <p:nvPr/>
        </p:nvSpPr>
        <p:spPr>
          <a:xfrm>
            <a:off x="6415087" y="2383695"/>
            <a:ext cx="1190626" cy="104530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C5740BC-BB0A-BB87-3106-664B1BE4E92B}"/>
              </a:ext>
            </a:extLst>
          </p:cNvPr>
          <p:cNvSpPr/>
          <p:nvPr/>
        </p:nvSpPr>
        <p:spPr>
          <a:xfrm>
            <a:off x="6779419" y="3558808"/>
            <a:ext cx="1824037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oscillation</a:t>
            </a:r>
            <a:r>
              <a:rPr lang="de-AT" sz="1600" dirty="0">
                <a:solidFill>
                  <a:srgbClr val="0000FF"/>
                </a:solidFill>
              </a:rPr>
              <a:t> due </a:t>
            </a:r>
            <a:r>
              <a:rPr lang="de-AT" sz="1600" dirty="0" err="1">
                <a:solidFill>
                  <a:srgbClr val="0000FF"/>
                </a:solidFill>
              </a:rPr>
              <a:t>to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sudden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direction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change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F03FB1B-9B57-5A79-ED1A-9950D7F07DD3}"/>
              </a:ext>
            </a:extLst>
          </p:cNvPr>
          <p:cNvSpPr/>
          <p:nvPr/>
        </p:nvSpPr>
        <p:spPr>
          <a:xfrm>
            <a:off x="4543425" y="3558808"/>
            <a:ext cx="1981200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b="1" dirty="0" err="1">
                <a:solidFill>
                  <a:srgbClr val="FF0000"/>
                </a:solidFill>
              </a:rPr>
              <a:t>oscillation</a:t>
            </a:r>
            <a:r>
              <a:rPr lang="de-AT" sz="1600" b="1" dirty="0">
                <a:solidFill>
                  <a:srgbClr val="FF0000"/>
                </a:solidFill>
              </a:rPr>
              <a:t> on release due </a:t>
            </a:r>
            <a:r>
              <a:rPr lang="de-AT" sz="1600" b="1" dirty="0" err="1">
                <a:solidFill>
                  <a:srgbClr val="FF0000"/>
                </a:solidFill>
              </a:rPr>
              <a:t>to</a:t>
            </a:r>
            <a:r>
              <a:rPr lang="de-AT" sz="1600" b="1" dirty="0">
                <a:solidFill>
                  <a:srgbClr val="FF0000"/>
                </a:solidFill>
              </a:rPr>
              <a:t> </a:t>
            </a:r>
            <a:r>
              <a:rPr lang="de-AT" sz="1600" b="1" dirty="0" err="1">
                <a:solidFill>
                  <a:srgbClr val="FF0000"/>
                </a:solidFill>
              </a:rPr>
              <a:t>surface</a:t>
            </a:r>
            <a:r>
              <a:rPr lang="de-AT" sz="1600" b="1" dirty="0">
                <a:solidFill>
                  <a:srgbClr val="FF0000"/>
                </a:solidFill>
              </a:rPr>
              <a:t> </a:t>
            </a:r>
            <a:r>
              <a:rPr lang="de-AT" sz="1600" b="1" dirty="0" err="1">
                <a:solidFill>
                  <a:srgbClr val="FF0000"/>
                </a:solidFill>
              </a:rPr>
              <a:t>stickyness</a:t>
            </a:r>
            <a:endParaRPr lang="de-DE" sz="1600" b="1" dirty="0">
              <a:solidFill>
                <a:srgbClr val="FF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BBB8F6-06E7-7E08-9338-98DF3C37A51D}"/>
              </a:ext>
            </a:extLst>
          </p:cNvPr>
          <p:cNvCxnSpPr>
            <a:cxnSpLocks/>
          </p:cNvCxnSpPr>
          <p:nvPr/>
        </p:nvCxnSpPr>
        <p:spPr>
          <a:xfrm>
            <a:off x="4457701" y="1911546"/>
            <a:ext cx="704849" cy="81626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0929F64B-D543-4C87-F3A9-A0EBB536F1BC}"/>
              </a:ext>
            </a:extLst>
          </p:cNvPr>
          <p:cNvSpPr/>
          <p:nvPr/>
        </p:nvSpPr>
        <p:spPr>
          <a:xfrm>
            <a:off x="3300411" y="1326771"/>
            <a:ext cx="1766889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contact</a:t>
            </a:r>
            <a:r>
              <a:rPr lang="de-AT" sz="1600" dirty="0">
                <a:solidFill>
                  <a:srgbClr val="0000FF"/>
                </a:solidFill>
              </a:rPr>
              <a:t>/release </a:t>
            </a:r>
            <a:r>
              <a:rPr lang="de-AT" sz="1600" dirty="0" err="1">
                <a:solidFill>
                  <a:srgbClr val="0000FF"/>
                </a:solidFill>
              </a:rPr>
              <a:t>point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907E838E-7764-E43C-DB04-8BAF27D74735}"/>
              </a:ext>
            </a:extLst>
          </p:cNvPr>
          <p:cNvCxnSpPr>
            <a:cxnSpLocks/>
          </p:cNvCxnSpPr>
          <p:nvPr/>
        </p:nvCxnSpPr>
        <p:spPr>
          <a:xfrm>
            <a:off x="1905000" y="771525"/>
            <a:ext cx="0" cy="4391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7BA2F9E0-75FC-A5D9-D1AA-5D89CAFFC611}"/>
              </a:ext>
            </a:extLst>
          </p:cNvPr>
          <p:cNvSpPr/>
          <p:nvPr/>
        </p:nvSpPr>
        <p:spPr>
          <a:xfrm>
            <a:off x="450057" y="2486766"/>
            <a:ext cx="1314444" cy="12763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(</a:t>
            </a:r>
            <a:r>
              <a:rPr lang="de-AT" dirty="0" err="1"/>
              <a:t>deflection</a:t>
            </a:r>
            <a:r>
              <a:rPr lang="de-AT" dirty="0"/>
              <a:t>)</a:t>
            </a:r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DB84391-CCD4-839A-0DE4-09616103D702}"/>
              </a:ext>
            </a:extLst>
          </p:cNvPr>
          <p:cNvCxnSpPr>
            <a:cxnSpLocks/>
          </p:cNvCxnSpPr>
          <p:nvPr/>
        </p:nvCxnSpPr>
        <p:spPr>
          <a:xfrm>
            <a:off x="1905000" y="771525"/>
            <a:ext cx="6067425" cy="0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AD7ABDDF-7DDB-9DF5-A1CD-15A813A84490}"/>
              </a:ext>
            </a:extLst>
          </p:cNvPr>
          <p:cNvSpPr/>
          <p:nvPr/>
        </p:nvSpPr>
        <p:spPr>
          <a:xfrm>
            <a:off x="5399490" y="92472"/>
            <a:ext cx="3134910" cy="5828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Actuator</a:t>
            </a:r>
            <a:r>
              <a:rPr lang="de-AT" dirty="0"/>
              <a:t> </a:t>
            </a:r>
            <a:r>
              <a:rPr lang="de-AT" dirty="0" err="1"/>
              <a:t>input</a:t>
            </a:r>
            <a:r>
              <a:rPr lang="de-AT" dirty="0"/>
              <a:t> </a:t>
            </a:r>
            <a:r>
              <a:rPr lang="de-AT" dirty="0" err="1"/>
              <a:t>signal</a:t>
            </a:r>
            <a:r>
              <a:rPr lang="de-AT" dirty="0"/>
              <a:t> (</a:t>
            </a:r>
            <a:r>
              <a:rPr lang="de-AT" dirty="0" err="1"/>
              <a:t>height</a:t>
            </a:r>
            <a:r>
              <a:rPr lang="de-AT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9945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7AD1-0438-3BCE-BF75-BF73F2D6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5B45D23-05A3-0103-4457-776440E6C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0" y="1033462"/>
            <a:ext cx="7620000" cy="479107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4D77363-1A64-64F6-C47D-6A765BE4D381}"/>
              </a:ext>
            </a:extLst>
          </p:cNvPr>
          <p:cNvCxnSpPr>
            <a:cxnSpLocks/>
          </p:cNvCxnSpPr>
          <p:nvPr/>
        </p:nvCxnSpPr>
        <p:spPr>
          <a:xfrm flipH="1">
            <a:off x="5534025" y="2124075"/>
            <a:ext cx="1762125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EE394796-4C0C-8E1C-31E0-CA3CFA488A69}"/>
              </a:ext>
            </a:extLst>
          </p:cNvPr>
          <p:cNvSpPr/>
          <p:nvPr/>
        </p:nvSpPr>
        <p:spPr>
          <a:xfrm>
            <a:off x="6096000" y="1464975"/>
            <a:ext cx="159543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approaching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the</a:t>
            </a:r>
            <a:r>
              <a:rPr lang="de-AT" sz="1600" dirty="0">
                <a:solidFill>
                  <a:srgbClr val="0000FF"/>
                </a:solidFill>
              </a:rPr>
              <a:t> sample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2F8A6F7-FEE4-A0C3-382B-445A0620037A}"/>
              </a:ext>
            </a:extLst>
          </p:cNvPr>
          <p:cNvCxnSpPr>
            <a:cxnSpLocks/>
          </p:cNvCxnSpPr>
          <p:nvPr/>
        </p:nvCxnSpPr>
        <p:spPr>
          <a:xfrm flipH="1">
            <a:off x="3130153" y="2727811"/>
            <a:ext cx="1190626" cy="83099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78EA8F53-252D-7CA3-9D8F-17C24C2CF03F}"/>
              </a:ext>
            </a:extLst>
          </p:cNvPr>
          <p:cNvSpPr/>
          <p:nvPr/>
        </p:nvSpPr>
        <p:spPr>
          <a:xfrm>
            <a:off x="2490787" y="2410390"/>
            <a:ext cx="1190626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cantilever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deflection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BFDA0A2-F6E2-25A4-4044-2E57B44D44A5}"/>
              </a:ext>
            </a:extLst>
          </p:cNvPr>
          <p:cNvSpPr/>
          <p:nvPr/>
        </p:nvSpPr>
        <p:spPr>
          <a:xfrm>
            <a:off x="5048250" y="2511680"/>
            <a:ext cx="971550" cy="830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262DC0F-7314-DC73-95B6-78BA59D638B4}"/>
              </a:ext>
            </a:extLst>
          </p:cNvPr>
          <p:cNvSpPr/>
          <p:nvPr/>
        </p:nvSpPr>
        <p:spPr>
          <a:xfrm>
            <a:off x="6415087" y="2383695"/>
            <a:ext cx="1190626" cy="104530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0FF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91CF88C-F080-40E3-FA4D-A6DC85D73443}"/>
              </a:ext>
            </a:extLst>
          </p:cNvPr>
          <p:cNvSpPr/>
          <p:nvPr/>
        </p:nvSpPr>
        <p:spPr>
          <a:xfrm>
            <a:off x="6779419" y="3558808"/>
            <a:ext cx="1824037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oscillation</a:t>
            </a:r>
            <a:r>
              <a:rPr lang="de-AT" sz="1600" dirty="0">
                <a:solidFill>
                  <a:srgbClr val="0000FF"/>
                </a:solidFill>
              </a:rPr>
              <a:t> due </a:t>
            </a:r>
            <a:r>
              <a:rPr lang="de-AT" sz="1600" dirty="0" err="1">
                <a:solidFill>
                  <a:srgbClr val="0000FF"/>
                </a:solidFill>
              </a:rPr>
              <a:t>to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sudden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direction</a:t>
            </a:r>
            <a:r>
              <a:rPr lang="de-AT" sz="1600" dirty="0">
                <a:solidFill>
                  <a:srgbClr val="0000FF"/>
                </a:solidFill>
              </a:rPr>
              <a:t> </a:t>
            </a:r>
            <a:r>
              <a:rPr lang="de-AT" sz="1600" dirty="0" err="1">
                <a:solidFill>
                  <a:srgbClr val="0000FF"/>
                </a:solidFill>
              </a:rPr>
              <a:t>change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9A0B96F-091A-9A6C-FC2D-E5073C1F0D55}"/>
              </a:ext>
            </a:extLst>
          </p:cNvPr>
          <p:cNvSpPr/>
          <p:nvPr/>
        </p:nvSpPr>
        <p:spPr>
          <a:xfrm>
            <a:off x="4581525" y="3681919"/>
            <a:ext cx="1824037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b="1" dirty="0" err="1">
                <a:solidFill>
                  <a:srgbClr val="FF0000"/>
                </a:solidFill>
              </a:rPr>
              <a:t>no</a:t>
            </a:r>
            <a:r>
              <a:rPr lang="de-AT" sz="1600" b="1" dirty="0">
                <a:solidFill>
                  <a:srgbClr val="FF0000"/>
                </a:solidFill>
              </a:rPr>
              <a:t> </a:t>
            </a:r>
            <a:r>
              <a:rPr lang="de-AT" sz="1600" b="1" dirty="0" err="1">
                <a:solidFill>
                  <a:srgbClr val="FF0000"/>
                </a:solidFill>
              </a:rPr>
              <a:t>oscillation</a:t>
            </a:r>
            <a:r>
              <a:rPr lang="de-AT" sz="1600" b="1" dirty="0">
                <a:solidFill>
                  <a:srgbClr val="FF0000"/>
                </a:solidFill>
              </a:rPr>
              <a:t> on release</a:t>
            </a:r>
            <a:endParaRPr lang="de-DE" sz="1600" b="1" dirty="0">
              <a:solidFill>
                <a:srgbClr val="FF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E1AF616-799E-879D-DE05-FB6E2970958B}"/>
              </a:ext>
            </a:extLst>
          </p:cNvPr>
          <p:cNvCxnSpPr>
            <a:cxnSpLocks/>
          </p:cNvCxnSpPr>
          <p:nvPr/>
        </p:nvCxnSpPr>
        <p:spPr>
          <a:xfrm>
            <a:off x="4457701" y="1911546"/>
            <a:ext cx="752474" cy="90785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A11D4CEE-0DDE-E78D-2660-E1374D4DEFA8}"/>
              </a:ext>
            </a:extLst>
          </p:cNvPr>
          <p:cNvSpPr/>
          <p:nvPr/>
        </p:nvSpPr>
        <p:spPr>
          <a:xfrm>
            <a:off x="3300411" y="1326771"/>
            <a:ext cx="1766889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sz="1600" dirty="0" err="1">
                <a:solidFill>
                  <a:srgbClr val="0000FF"/>
                </a:solidFill>
              </a:rPr>
              <a:t>contact</a:t>
            </a:r>
            <a:r>
              <a:rPr lang="de-AT" sz="1600" dirty="0">
                <a:solidFill>
                  <a:srgbClr val="0000FF"/>
                </a:solidFill>
              </a:rPr>
              <a:t>/release </a:t>
            </a:r>
            <a:r>
              <a:rPr lang="de-AT" sz="1600" dirty="0" err="1">
                <a:solidFill>
                  <a:srgbClr val="0000FF"/>
                </a:solidFill>
              </a:rPr>
              <a:t>point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80BFDF5A-57BD-5543-3DAD-B106359D728E}"/>
              </a:ext>
            </a:extLst>
          </p:cNvPr>
          <p:cNvCxnSpPr>
            <a:cxnSpLocks/>
          </p:cNvCxnSpPr>
          <p:nvPr/>
        </p:nvCxnSpPr>
        <p:spPr>
          <a:xfrm>
            <a:off x="1905000" y="771525"/>
            <a:ext cx="0" cy="4391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CC1D4BED-D0F9-30BA-2593-913885271C97}"/>
              </a:ext>
            </a:extLst>
          </p:cNvPr>
          <p:cNvSpPr/>
          <p:nvPr/>
        </p:nvSpPr>
        <p:spPr>
          <a:xfrm>
            <a:off x="450057" y="2486766"/>
            <a:ext cx="1314444" cy="12763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(</a:t>
            </a:r>
            <a:r>
              <a:rPr lang="de-AT" dirty="0" err="1"/>
              <a:t>deflection</a:t>
            </a:r>
            <a:r>
              <a:rPr lang="de-AT" dirty="0"/>
              <a:t>)</a:t>
            </a:r>
            <a:endParaRPr lang="de-DE" dirty="0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8FBE8E7-5C7A-2DC9-B256-3F3859A7954E}"/>
              </a:ext>
            </a:extLst>
          </p:cNvPr>
          <p:cNvCxnSpPr>
            <a:cxnSpLocks/>
          </p:cNvCxnSpPr>
          <p:nvPr/>
        </p:nvCxnSpPr>
        <p:spPr>
          <a:xfrm>
            <a:off x="1905000" y="771525"/>
            <a:ext cx="6067425" cy="0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0CB229EF-D4B4-B3F2-D19F-0CD1680DC616}"/>
              </a:ext>
            </a:extLst>
          </p:cNvPr>
          <p:cNvSpPr/>
          <p:nvPr/>
        </p:nvSpPr>
        <p:spPr>
          <a:xfrm>
            <a:off x="5399490" y="92472"/>
            <a:ext cx="3134910" cy="5828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Actuator</a:t>
            </a:r>
            <a:r>
              <a:rPr lang="de-AT" dirty="0"/>
              <a:t> </a:t>
            </a:r>
            <a:r>
              <a:rPr lang="de-AT" dirty="0" err="1"/>
              <a:t>input</a:t>
            </a:r>
            <a:r>
              <a:rPr lang="de-AT" dirty="0"/>
              <a:t> </a:t>
            </a:r>
            <a:r>
              <a:rPr lang="de-AT" dirty="0" err="1"/>
              <a:t>signal</a:t>
            </a:r>
            <a:r>
              <a:rPr lang="de-AT" dirty="0"/>
              <a:t> (</a:t>
            </a:r>
            <a:r>
              <a:rPr lang="de-AT" dirty="0" err="1"/>
              <a:t>height</a:t>
            </a:r>
            <a:r>
              <a:rPr lang="de-AT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985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C6B6-096E-5E36-B905-A34DF38C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AE20D7D-347E-0C4F-65D9-63EA78175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E272FC05-C3DA-88FE-E050-BA5113C3C2AB}"/>
              </a:ext>
            </a:extLst>
          </p:cNvPr>
          <p:cNvCxnSpPr>
            <a:cxnSpLocks/>
          </p:cNvCxnSpPr>
          <p:nvPr/>
        </p:nvCxnSpPr>
        <p:spPr>
          <a:xfrm>
            <a:off x="2292350" y="2063816"/>
            <a:ext cx="0" cy="15613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99BCD50A-EC37-1DD8-BB93-DFB998AE19C8}"/>
              </a:ext>
            </a:extLst>
          </p:cNvPr>
          <p:cNvCxnSpPr>
            <a:cxnSpLocks/>
          </p:cNvCxnSpPr>
          <p:nvPr/>
        </p:nvCxnSpPr>
        <p:spPr>
          <a:xfrm>
            <a:off x="2003425" y="993078"/>
            <a:ext cx="0" cy="2398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C3AA5B5-040A-DE81-D066-1863AAC26C9E}"/>
              </a:ext>
            </a:extLst>
          </p:cNvPr>
          <p:cNvSpPr/>
          <p:nvPr/>
        </p:nvSpPr>
        <p:spPr>
          <a:xfrm>
            <a:off x="2616200" y="2334444"/>
            <a:ext cx="172720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AT" b="1" dirty="0"/>
              <a:t>Strain </a:t>
            </a:r>
            <a:r>
              <a:rPr lang="de-AT" b="1" dirty="0" err="1"/>
              <a:t>Gauges</a:t>
            </a:r>
            <a:endParaRPr lang="de-DE" b="1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34F0DBE-D7AA-8667-8870-F2FD00891340}"/>
              </a:ext>
            </a:extLst>
          </p:cNvPr>
          <p:cNvCxnSpPr>
            <a:cxnSpLocks/>
          </p:cNvCxnSpPr>
          <p:nvPr/>
        </p:nvCxnSpPr>
        <p:spPr>
          <a:xfrm>
            <a:off x="2692400" y="2703776"/>
            <a:ext cx="0" cy="8649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1DB5C11-A1A2-C1B7-F192-2C17910B7219}"/>
              </a:ext>
            </a:extLst>
          </p:cNvPr>
          <p:cNvSpPr/>
          <p:nvPr/>
        </p:nvSpPr>
        <p:spPr>
          <a:xfrm>
            <a:off x="2260600" y="4581184"/>
            <a:ext cx="11684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endParaRPr lang="de-DE" b="1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D1D4A50-8CDE-7602-C196-4A1B749D496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844800" y="3810000"/>
            <a:ext cx="219472" cy="7711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2008278C-1090-AB92-A6E1-148D318CB5AC}"/>
              </a:ext>
            </a:extLst>
          </p:cNvPr>
          <p:cNvSpPr/>
          <p:nvPr/>
        </p:nvSpPr>
        <p:spPr>
          <a:xfrm>
            <a:off x="1739900" y="5422469"/>
            <a:ext cx="2540000" cy="120032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Electronics,</a:t>
            </a:r>
          </a:p>
          <a:p>
            <a:pPr algn="ctr"/>
            <a:r>
              <a:rPr lang="de-AT" b="1" dirty="0"/>
              <a:t>Offset </a:t>
            </a:r>
            <a:r>
              <a:rPr lang="de-AT" b="1" dirty="0" err="1"/>
              <a:t>Compensation</a:t>
            </a:r>
            <a:r>
              <a:rPr lang="de-AT" b="1" dirty="0"/>
              <a:t> Potentiometer</a:t>
            </a:r>
            <a:endParaRPr lang="de-DE" b="1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E0FDA56-7CDA-CF37-9AC0-047220B2BA5D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4213225" y="4172419"/>
            <a:ext cx="1514475" cy="17749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EE51EA23-BC53-2E5E-A16D-6B5C1BC35135}"/>
              </a:ext>
            </a:extLst>
          </p:cNvPr>
          <p:cNvSpPr/>
          <p:nvPr/>
        </p:nvSpPr>
        <p:spPr>
          <a:xfrm>
            <a:off x="5861050" y="4209618"/>
            <a:ext cx="10668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Power Supply (±10V)</a:t>
            </a:r>
            <a:endParaRPr lang="de-DE" b="1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C196CA4-C9E6-85B6-89FD-CFC80BA96931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970462" y="4172419"/>
            <a:ext cx="890588" cy="4988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EF492AB-6F91-04DA-1F7D-B824999340C9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4140200"/>
            <a:ext cx="469900" cy="12822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D145B2AD-E715-B8BC-D177-9879AD74F677}"/>
              </a:ext>
            </a:extLst>
          </p:cNvPr>
          <p:cNvSpPr/>
          <p:nvPr/>
        </p:nvSpPr>
        <p:spPr>
          <a:xfrm>
            <a:off x="4457700" y="5947412"/>
            <a:ext cx="254000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Deflection</a:t>
            </a:r>
            <a:r>
              <a:rPr lang="de-AT" b="1" dirty="0"/>
              <a:t> </a:t>
            </a:r>
            <a:r>
              <a:rPr lang="de-AT" b="1" dirty="0" err="1"/>
              <a:t>Readout</a:t>
            </a:r>
            <a:r>
              <a:rPr lang="de-AT" b="1" dirty="0"/>
              <a:t> Signal</a:t>
            </a:r>
            <a:endParaRPr lang="de-DE" b="1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C28D2CB-10F8-9398-C4B1-C62DE243A0AB}"/>
              </a:ext>
            </a:extLst>
          </p:cNvPr>
          <p:cNvSpPr/>
          <p:nvPr/>
        </p:nvSpPr>
        <p:spPr>
          <a:xfrm>
            <a:off x="2168525" y="1417485"/>
            <a:ext cx="1352550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AFM Cantilever</a:t>
            </a:r>
            <a:endParaRPr lang="de-DE" b="1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085E572-103E-2A0C-23C4-36A02ED3CCAB}"/>
              </a:ext>
            </a:extLst>
          </p:cNvPr>
          <p:cNvSpPr/>
          <p:nvPr/>
        </p:nvSpPr>
        <p:spPr>
          <a:xfrm>
            <a:off x="1784350" y="623746"/>
            <a:ext cx="135255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Sample</a:t>
            </a:r>
            <a:endParaRPr lang="de-DE" b="1" dirty="0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4EB30BC3-3446-D485-D722-6DDB6F9F5B05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7970837" y="3026941"/>
            <a:ext cx="484187" cy="11826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86C9069D-2009-5621-79F6-A2BDBEA9D329}"/>
              </a:ext>
            </a:extLst>
          </p:cNvPr>
          <p:cNvSpPr/>
          <p:nvPr/>
        </p:nvSpPr>
        <p:spPr>
          <a:xfrm>
            <a:off x="7242175" y="2380610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Integral Controller</a:t>
            </a:r>
            <a:endParaRPr lang="de-DE" b="1" dirty="0"/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B2400318-07A3-1FA5-28E2-295FFD7FA232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9037637" y="3026941"/>
            <a:ext cx="571500" cy="9735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46E89706-DB62-5DA0-D372-3A0293A61E68}"/>
              </a:ext>
            </a:extLst>
          </p:cNvPr>
          <p:cNvSpPr/>
          <p:nvPr/>
        </p:nvSpPr>
        <p:spPr>
          <a:xfrm>
            <a:off x="8880475" y="2380610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 err="1"/>
              <a:t>Setpoint</a:t>
            </a:r>
            <a:r>
              <a:rPr lang="de-AT" b="1" dirty="0"/>
              <a:t> Signal</a:t>
            </a:r>
            <a:endParaRPr lang="de-DE" b="1" dirty="0"/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5CA432A3-FEC2-E774-5A2A-4E91FC5C76C1}"/>
              </a:ext>
            </a:extLst>
          </p:cNvPr>
          <p:cNvCxnSpPr>
            <a:cxnSpLocks/>
            <a:stCxn id="81" idx="0"/>
          </p:cNvCxnSpPr>
          <p:nvPr/>
        </p:nvCxnSpPr>
        <p:spPr>
          <a:xfrm flipH="1" flipV="1">
            <a:off x="9013825" y="4581184"/>
            <a:ext cx="595312" cy="551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D8F2CE8D-6F40-5EE0-F16E-4A65A3AB86F6}"/>
              </a:ext>
            </a:extLst>
          </p:cNvPr>
          <p:cNvSpPr/>
          <p:nvPr/>
        </p:nvSpPr>
        <p:spPr>
          <a:xfrm>
            <a:off x="8880475" y="5132948"/>
            <a:ext cx="1457324" cy="6463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Controller </a:t>
            </a:r>
            <a:r>
              <a:rPr lang="de-AT" b="1" dirty="0" err="1"/>
              <a:t>Reset</a:t>
            </a:r>
            <a:endParaRPr lang="de-DE" b="1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8223377D-C94A-6786-1ABB-A464310DE64D}"/>
              </a:ext>
            </a:extLst>
          </p:cNvPr>
          <p:cNvSpPr/>
          <p:nvPr/>
        </p:nvSpPr>
        <p:spPr>
          <a:xfrm>
            <a:off x="5713412" y="3077170"/>
            <a:ext cx="1371600" cy="9233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AT" b="1" dirty="0"/>
              <a:t>Lorentz </a:t>
            </a:r>
            <a:r>
              <a:rPr lang="de-AT" b="1" dirty="0" err="1"/>
              <a:t>Actuator</a:t>
            </a:r>
            <a:r>
              <a:rPr lang="de-AT" b="1" dirty="0"/>
              <a:t> Electronics</a:t>
            </a:r>
            <a:endParaRPr lang="de-DE" b="1" dirty="0"/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86E77CD3-FCCA-5A0D-AE30-949D13FEC1FF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4813299" y="3312058"/>
            <a:ext cx="900113" cy="2267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05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4F5C-941B-E16A-0AE1-6A91CB54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6595E49-34A0-0A52-613A-D83F21020741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FC2094-4523-BA0D-85B3-108496350718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2E56739-3151-111E-F689-ADCF5C112D84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57D58E0B-2614-14EE-4132-0A191A26FF2B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67C106C-6698-306F-0006-3BFD0C83B43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1D100B8-AC6A-939E-557E-65A341ACD4AA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FB7ACD90-F216-759B-1314-91D139B0CD57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2F9F2CA-583C-6B3B-9C91-627DD1F4B481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6D6D19F-D9AC-41D9-A4E4-A826D240D65E}"/>
              </a:ext>
            </a:extLst>
          </p:cNvPr>
          <p:cNvSpPr txBox="1"/>
          <p:nvPr/>
        </p:nvSpPr>
        <p:spPr>
          <a:xfrm>
            <a:off x="7207247" y="4286761"/>
            <a:ext cx="1397000" cy="698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Integral Controller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D67731E-E2A3-3027-1BAF-89262D2CCFFC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88E97D7D-AE56-B56A-E368-0AF708B96F9B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5A513834-034A-12C4-4181-AD47E1E9941D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905747" y="1948765"/>
            <a:ext cx="0" cy="1784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EDCAD3B-92EA-C82A-8FA5-9E2487E4CFA3}"/>
              </a:ext>
            </a:extLst>
          </p:cNvPr>
          <p:cNvCxnSpPr>
            <a:cxnSpLocks/>
            <a:stCxn id="38" idx="4"/>
            <a:endCxn id="21" idx="0"/>
          </p:cNvCxnSpPr>
          <p:nvPr/>
        </p:nvCxnSpPr>
        <p:spPr>
          <a:xfrm>
            <a:off x="7905747" y="3962315"/>
            <a:ext cx="0" cy="324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C00D51B8-8900-B7AF-4EC9-0B2BE0361AD3}"/>
              </a:ext>
            </a:extLst>
          </p:cNvPr>
          <p:cNvSpPr/>
          <p:nvPr/>
        </p:nvSpPr>
        <p:spPr>
          <a:xfrm>
            <a:off x="7791447" y="373371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6006A1B-37AE-32FF-5F14-FD115408F8C1}"/>
              </a:ext>
            </a:extLst>
          </p:cNvPr>
          <p:cNvSpPr/>
          <p:nvPr/>
        </p:nvSpPr>
        <p:spPr>
          <a:xfrm>
            <a:off x="8896352" y="3565484"/>
            <a:ext cx="1098552" cy="5650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Set </a:t>
            </a:r>
            <a:r>
              <a:rPr lang="de-AT" dirty="0" err="1"/>
              <a:t>point</a:t>
            </a:r>
            <a:endParaRPr lang="de-DE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56BE3CC-D083-6F6D-1F6E-B92BA9D0DD68}"/>
              </a:ext>
            </a:extLst>
          </p:cNvPr>
          <p:cNvCxnSpPr>
            <a:stCxn id="43" idx="1"/>
            <a:endCxn id="38" idx="6"/>
          </p:cNvCxnSpPr>
          <p:nvPr/>
        </p:nvCxnSpPr>
        <p:spPr>
          <a:xfrm flipH="1">
            <a:off x="8020047" y="3848015"/>
            <a:ext cx="876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EEE4DE17-A0BC-B455-A26B-61153E95AC8A}"/>
              </a:ext>
            </a:extLst>
          </p:cNvPr>
          <p:cNvSpPr/>
          <p:nvPr/>
        </p:nvSpPr>
        <p:spPr>
          <a:xfrm>
            <a:off x="7969250" y="3534031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44D3816-0AA6-D03C-6858-310227183251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037DF585-87F1-7231-4E78-A27B204C9058}"/>
              </a:ext>
            </a:extLst>
          </p:cNvPr>
          <p:cNvCxnSpPr>
            <a:cxnSpLocks/>
            <a:stCxn id="21" idx="1"/>
            <a:endCxn id="48" idx="3"/>
          </p:cNvCxnSpPr>
          <p:nvPr/>
        </p:nvCxnSpPr>
        <p:spPr>
          <a:xfrm flipH="1">
            <a:off x="5580769" y="4636010"/>
            <a:ext cx="16264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Ellipse 61">
            <a:extLst>
              <a:ext uri="{FF2B5EF4-FFF2-40B4-BE49-F238E27FC236}">
                <a16:creationId xmlns:a16="http://schemas.microsoft.com/office/drawing/2014/main" id="{0C634666-EC37-9370-5D43-11D2367558F0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0371BB74-8329-31E5-8E0C-0BC25515962C}"/>
              </a:ext>
            </a:extLst>
          </p:cNvPr>
          <p:cNvSpPr/>
          <p:nvPr/>
        </p:nvSpPr>
        <p:spPr>
          <a:xfrm>
            <a:off x="2310526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B0F3B99A-B862-E6D3-AA5D-62BE1DCD7D6C}"/>
              </a:ext>
            </a:extLst>
          </p:cNvPr>
          <p:cNvCxnSpPr>
            <a:cxnSpLocks/>
            <a:endCxn id="62" idx="4"/>
          </p:cNvCxnSpPr>
          <p:nvPr/>
        </p:nvCxnSpPr>
        <p:spPr>
          <a:xfrm flipV="1">
            <a:off x="2310526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C6D3DB23-007F-8E34-F22D-BD0AEDEBF54C}"/>
              </a:ext>
            </a:extLst>
          </p:cNvPr>
          <p:cNvSpPr/>
          <p:nvPr/>
        </p:nvSpPr>
        <p:spPr>
          <a:xfrm>
            <a:off x="1440578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Sample </a:t>
            </a:r>
            <a:r>
              <a:rPr lang="de-AT" dirty="0" err="1"/>
              <a:t>Topography</a:t>
            </a:r>
            <a:endParaRPr lang="de-DE" dirty="0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53A8BA06-9615-E40C-777B-57605D16F8CA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17735709-2AD0-BBB5-6BDC-3539162897BB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996C21CC-0174-C6E2-3EF8-6B0B44AC5D2C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37675710-091E-A0FE-922F-A4FE8AD0D72C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539F3C03-DA98-DE1E-615F-4328D8FB54B3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8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9E3E-F38D-F328-9FF8-6D3432CC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763244E-A513-1859-FF79-35287293E4A2}"/>
              </a:ext>
            </a:extLst>
          </p:cNvPr>
          <p:cNvSpPr txBox="1"/>
          <p:nvPr/>
        </p:nvSpPr>
        <p:spPr>
          <a:xfrm>
            <a:off x="1614311" y="1614919"/>
            <a:ext cx="1397000" cy="68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Strain </a:t>
            </a:r>
            <a:r>
              <a:rPr lang="de-AT" dirty="0" err="1"/>
              <a:t>Gauges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F55D3D9-35AF-A090-5E0E-6C0D1DB8F2F2}"/>
              </a:ext>
            </a:extLst>
          </p:cNvPr>
          <p:cNvSpPr txBox="1"/>
          <p:nvPr/>
        </p:nvSpPr>
        <p:spPr>
          <a:xfrm>
            <a:off x="4074937" y="1383015"/>
            <a:ext cx="1614664" cy="113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 err="1"/>
              <a:t>Deflection</a:t>
            </a:r>
            <a:r>
              <a:rPr lang="de-AT" dirty="0"/>
              <a:t> </a:t>
            </a:r>
            <a:r>
              <a:rPr lang="de-AT" dirty="0" err="1"/>
              <a:t>Readout</a:t>
            </a:r>
            <a:r>
              <a:rPr lang="de-AT" dirty="0"/>
              <a:t> Electronics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2274AA0-24AE-3654-57A0-B52497079A1B}"/>
              </a:ext>
            </a:extLst>
          </p:cNvPr>
          <p:cNvCxnSpPr>
            <a:cxnSpLocks/>
            <a:stCxn id="5" idx="3"/>
            <a:endCxn id="10" idx="2"/>
          </p:cNvCxnSpPr>
          <p:nvPr/>
        </p:nvCxnSpPr>
        <p:spPr>
          <a:xfrm>
            <a:off x="5689601" y="1948765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245E4085-4865-2D3E-F521-1BB906E12FCF}"/>
              </a:ext>
            </a:extLst>
          </p:cNvPr>
          <p:cNvSpPr/>
          <p:nvPr/>
        </p:nvSpPr>
        <p:spPr>
          <a:xfrm>
            <a:off x="6223000" y="183446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99A65CF-6360-5B99-DEF7-342AE00AC74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11311" y="1948765"/>
            <a:ext cx="1063626" cy="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BBA53D6-2424-B14C-8D4A-2603AB55DD59}"/>
              </a:ext>
            </a:extLst>
          </p:cNvPr>
          <p:cNvCxnSpPr>
            <a:endCxn id="10" idx="0"/>
          </p:cNvCxnSpPr>
          <p:nvPr/>
        </p:nvCxnSpPr>
        <p:spPr>
          <a:xfrm>
            <a:off x="6337300" y="1206500"/>
            <a:ext cx="0" cy="6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88E7A12D-3B46-C671-F012-5A357C07CB30}"/>
              </a:ext>
            </a:extLst>
          </p:cNvPr>
          <p:cNvSpPr/>
          <p:nvPr/>
        </p:nvSpPr>
        <p:spPr>
          <a:xfrm>
            <a:off x="5467352" y="370533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Offset </a:t>
            </a:r>
            <a:r>
              <a:rPr lang="de-AT" dirty="0" err="1"/>
              <a:t>Compensation</a:t>
            </a:r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0E0820A-03BC-3D11-1014-616571D437BD}"/>
              </a:ext>
            </a:extLst>
          </p:cNvPr>
          <p:cNvSpPr/>
          <p:nvPr/>
        </p:nvSpPr>
        <p:spPr>
          <a:xfrm>
            <a:off x="5854701" y="1596470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53D96D4-640A-8024-FCB9-9558025C4129}"/>
              </a:ext>
            </a:extLst>
          </p:cNvPr>
          <p:cNvSpPr txBox="1"/>
          <p:nvPr/>
        </p:nvSpPr>
        <p:spPr>
          <a:xfrm>
            <a:off x="7207247" y="4286761"/>
            <a:ext cx="1397000" cy="698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Integral Controller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424D64E-71A1-0769-5FE6-4994507C08A1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451600" y="1948765"/>
            <a:ext cx="2406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3EA3ECE4-889B-478A-060C-0C5F6946CF55}"/>
              </a:ext>
            </a:extLst>
          </p:cNvPr>
          <p:cNvSpPr/>
          <p:nvPr/>
        </p:nvSpPr>
        <p:spPr>
          <a:xfrm>
            <a:off x="8896352" y="159647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Sensor Output</a:t>
            </a:r>
            <a:endParaRPr lang="de-DE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4AE18C0-0E9D-184F-3ABE-37801AEA6FF7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905747" y="1948765"/>
            <a:ext cx="0" cy="1784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9769170-71B3-1E2E-6E45-92B22E95FB5F}"/>
              </a:ext>
            </a:extLst>
          </p:cNvPr>
          <p:cNvCxnSpPr>
            <a:cxnSpLocks/>
            <a:stCxn id="38" idx="4"/>
            <a:endCxn id="21" idx="0"/>
          </p:cNvCxnSpPr>
          <p:nvPr/>
        </p:nvCxnSpPr>
        <p:spPr>
          <a:xfrm>
            <a:off x="7905747" y="3962315"/>
            <a:ext cx="0" cy="324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7A1FEA1E-D48A-4993-D70A-42E325EE6612}"/>
              </a:ext>
            </a:extLst>
          </p:cNvPr>
          <p:cNvSpPr/>
          <p:nvPr/>
        </p:nvSpPr>
        <p:spPr>
          <a:xfrm>
            <a:off x="7791447" y="3733715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7DB6C45-62BD-4FC4-0A5D-1185111E4B6E}"/>
              </a:ext>
            </a:extLst>
          </p:cNvPr>
          <p:cNvSpPr/>
          <p:nvPr/>
        </p:nvSpPr>
        <p:spPr>
          <a:xfrm>
            <a:off x="8896352" y="3565484"/>
            <a:ext cx="1098552" cy="5650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Set </a:t>
            </a:r>
            <a:r>
              <a:rPr lang="de-AT" dirty="0" err="1"/>
              <a:t>point</a:t>
            </a:r>
            <a:endParaRPr lang="de-DE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D5805982-908D-4490-3F7C-9D9E38F73D12}"/>
              </a:ext>
            </a:extLst>
          </p:cNvPr>
          <p:cNvCxnSpPr>
            <a:stCxn id="43" idx="1"/>
            <a:endCxn id="38" idx="6"/>
          </p:cNvCxnSpPr>
          <p:nvPr/>
        </p:nvCxnSpPr>
        <p:spPr>
          <a:xfrm flipH="1">
            <a:off x="8020047" y="3848015"/>
            <a:ext cx="876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BC371893-8576-6CC6-FEB3-7C4210649CF6}"/>
              </a:ext>
            </a:extLst>
          </p:cNvPr>
          <p:cNvSpPr/>
          <p:nvPr/>
        </p:nvSpPr>
        <p:spPr>
          <a:xfrm>
            <a:off x="7969250" y="3534031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E0EB81D-A35F-94A6-1362-72676ABBD82E}"/>
              </a:ext>
            </a:extLst>
          </p:cNvPr>
          <p:cNvSpPr txBox="1"/>
          <p:nvPr/>
        </p:nvSpPr>
        <p:spPr>
          <a:xfrm>
            <a:off x="4183769" y="4286761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Lorentz </a:t>
            </a:r>
            <a:r>
              <a:rPr lang="de-AT" dirty="0" err="1"/>
              <a:t>Actuator</a:t>
            </a:r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F6EBE64-1256-0E0E-0551-7B6E9BFCF94B}"/>
              </a:ext>
            </a:extLst>
          </p:cNvPr>
          <p:cNvSpPr/>
          <p:nvPr/>
        </p:nvSpPr>
        <p:spPr>
          <a:xfrm>
            <a:off x="6292850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2A2D589-2C6B-54DD-4B8B-F99E7D6A5B24}"/>
              </a:ext>
            </a:extLst>
          </p:cNvPr>
          <p:cNvCxnSpPr>
            <a:cxnSpLocks/>
            <a:stCxn id="21" idx="1"/>
            <a:endCxn id="49" idx="6"/>
          </p:cNvCxnSpPr>
          <p:nvPr/>
        </p:nvCxnSpPr>
        <p:spPr>
          <a:xfrm flipH="1">
            <a:off x="6521450" y="4636010"/>
            <a:ext cx="685797" cy="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074571F2-8BB2-5E82-29C0-C537D195AC03}"/>
              </a:ext>
            </a:extLst>
          </p:cNvPr>
          <p:cNvSpPr/>
          <p:nvPr/>
        </p:nvSpPr>
        <p:spPr>
          <a:xfrm>
            <a:off x="6407150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FFDCA32-4033-B135-D64A-FBC0BE7082F5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 flipV="1">
            <a:off x="5580769" y="4636011"/>
            <a:ext cx="712081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ACDE2926-FDEE-673C-2A95-5E24E95E0C8D}"/>
              </a:ext>
            </a:extLst>
          </p:cNvPr>
          <p:cNvCxnSpPr>
            <a:cxnSpLocks/>
            <a:endCxn id="49" idx="4"/>
          </p:cNvCxnSpPr>
          <p:nvPr/>
        </p:nvCxnSpPr>
        <p:spPr>
          <a:xfrm flipV="1">
            <a:off x="6407150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358A418A-BA7F-FF44-AF6D-554E2EB4140E}"/>
              </a:ext>
            </a:extLst>
          </p:cNvPr>
          <p:cNvSpPr/>
          <p:nvPr/>
        </p:nvSpPr>
        <p:spPr>
          <a:xfrm>
            <a:off x="5537202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/>
              <a:t>Actuation</a:t>
            </a:r>
            <a:r>
              <a:rPr lang="de-AT" dirty="0"/>
              <a:t> Signal</a:t>
            </a:r>
            <a:endParaRPr lang="de-DE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491AC8F-7A17-3132-910F-8BCFF9B3E154}"/>
              </a:ext>
            </a:extLst>
          </p:cNvPr>
          <p:cNvSpPr/>
          <p:nvPr/>
        </p:nvSpPr>
        <p:spPr>
          <a:xfrm>
            <a:off x="2196226" y="4523643"/>
            <a:ext cx="2286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49E2CAAD-7871-50C0-7FEE-11E7C518B15E}"/>
              </a:ext>
            </a:extLst>
          </p:cNvPr>
          <p:cNvSpPr/>
          <p:nvPr/>
        </p:nvSpPr>
        <p:spPr>
          <a:xfrm>
            <a:off x="2310526" y="4707618"/>
            <a:ext cx="431799" cy="3139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+</a:t>
            </a:r>
            <a:endParaRPr lang="de-DE" dirty="0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A70E38D3-2106-9046-98F7-1B56F033C0D6}"/>
              </a:ext>
            </a:extLst>
          </p:cNvPr>
          <p:cNvCxnSpPr>
            <a:cxnSpLocks/>
            <a:endCxn id="62" idx="4"/>
          </p:cNvCxnSpPr>
          <p:nvPr/>
        </p:nvCxnSpPr>
        <p:spPr>
          <a:xfrm flipV="1">
            <a:off x="2310526" y="4752243"/>
            <a:ext cx="0" cy="50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32A50133-9421-5EB0-9F27-377A8FA1250E}"/>
              </a:ext>
            </a:extLst>
          </p:cNvPr>
          <p:cNvSpPr/>
          <p:nvPr/>
        </p:nvSpPr>
        <p:spPr>
          <a:xfrm>
            <a:off x="1440578" y="5235949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Sample </a:t>
            </a:r>
            <a:r>
              <a:rPr lang="de-AT" dirty="0" err="1"/>
              <a:t>Topography</a:t>
            </a:r>
            <a:endParaRPr lang="de-DE" dirty="0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9DCCA9B6-46A0-6CDF-9874-71EA45D8632A}"/>
              </a:ext>
            </a:extLst>
          </p:cNvPr>
          <p:cNvCxnSpPr>
            <a:cxnSpLocks/>
            <a:stCxn id="48" idx="1"/>
            <a:endCxn id="62" idx="6"/>
          </p:cNvCxnSpPr>
          <p:nvPr/>
        </p:nvCxnSpPr>
        <p:spPr>
          <a:xfrm flipH="1">
            <a:off x="2424826" y="4636011"/>
            <a:ext cx="1758943" cy="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ECE59D97-F5A4-E7A6-3DB6-E63BF4988464}"/>
              </a:ext>
            </a:extLst>
          </p:cNvPr>
          <p:cNvCxnSpPr>
            <a:cxnSpLocks/>
            <a:stCxn id="62" idx="0"/>
            <a:endCxn id="73" idx="2"/>
          </p:cNvCxnSpPr>
          <p:nvPr/>
        </p:nvCxnSpPr>
        <p:spPr>
          <a:xfrm flipV="1">
            <a:off x="2310526" y="3816261"/>
            <a:ext cx="2285" cy="70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A448591B-0F1A-A005-F60D-C5D2B9841F16}"/>
              </a:ext>
            </a:extLst>
          </p:cNvPr>
          <p:cNvSpPr txBox="1"/>
          <p:nvPr/>
        </p:nvSpPr>
        <p:spPr>
          <a:xfrm>
            <a:off x="1614311" y="3117762"/>
            <a:ext cx="1397000" cy="698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AT" dirty="0"/>
              <a:t>AFM </a:t>
            </a:r>
            <a:r>
              <a:rPr lang="de-AT" dirty="0" err="1"/>
              <a:t>Mechanics</a:t>
            </a:r>
            <a:endParaRPr lang="de-DE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29C36945-AB0F-30F1-AD91-01444D112685}"/>
              </a:ext>
            </a:extLst>
          </p:cNvPr>
          <p:cNvCxnSpPr>
            <a:cxnSpLocks/>
            <a:stCxn id="73" idx="0"/>
            <a:endCxn id="4" idx="2"/>
          </p:cNvCxnSpPr>
          <p:nvPr/>
        </p:nvCxnSpPr>
        <p:spPr>
          <a:xfrm flipV="1">
            <a:off x="2312811" y="2294969"/>
            <a:ext cx="0" cy="82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2B0B026B-61F6-3A42-1411-8B53C7E59844}"/>
              </a:ext>
            </a:extLst>
          </p:cNvPr>
          <p:cNvSpPr/>
          <p:nvPr/>
        </p:nvSpPr>
        <p:spPr>
          <a:xfrm>
            <a:off x="1439695" y="857250"/>
            <a:ext cx="1739895" cy="6984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+10 V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F276A0-2D46-6C96-3083-D9B560E0D350}"/>
              </a:ext>
            </a:extLst>
          </p:cNvPr>
          <p:cNvSpPr/>
          <p:nvPr/>
        </p:nvSpPr>
        <p:spPr>
          <a:xfrm>
            <a:off x="1439695" y="5908324"/>
            <a:ext cx="1739895" cy="497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 err="1">
                <a:solidFill>
                  <a:srgbClr val="FF0000"/>
                </a:solidFill>
              </a:rPr>
              <a:t>constant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5C130C8-4EF6-94B8-682A-3545823AB5D4}"/>
              </a:ext>
            </a:extLst>
          </p:cNvPr>
          <p:cNvSpPr/>
          <p:nvPr/>
        </p:nvSpPr>
        <p:spPr>
          <a:xfrm>
            <a:off x="5525573" y="5859536"/>
            <a:ext cx="1739895" cy="497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1 – 100 Hz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45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B6F433A2-A001-D180-0F82-09A3CD72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48" y="0"/>
            <a:ext cx="10454906" cy="685800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513471C-4C8A-4A3F-FDCB-4A797B331D37}"/>
              </a:ext>
            </a:extLst>
          </p:cNvPr>
          <p:cNvCxnSpPr>
            <a:cxnSpLocks/>
          </p:cNvCxnSpPr>
          <p:nvPr/>
        </p:nvCxnSpPr>
        <p:spPr>
          <a:xfrm flipH="1">
            <a:off x="4020300" y="1190625"/>
            <a:ext cx="492838" cy="64770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4AB9A5C-C655-E1E4-8F19-22717FB89308}"/>
                  </a:ext>
                </a:extLst>
              </p:cNvPr>
              <p:cNvSpPr/>
              <p:nvPr/>
            </p:nvSpPr>
            <p:spPr>
              <a:xfrm>
                <a:off x="3102689" y="1704975"/>
                <a:ext cx="904873" cy="266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AT" sz="16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de-AT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4AB9A5C-C655-E1E4-8F19-22717FB89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689" y="1704975"/>
                <a:ext cx="904873" cy="26670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E8AD009-EE9E-AAC5-E7F6-6187C3DC97D2}"/>
              </a:ext>
            </a:extLst>
          </p:cNvPr>
          <p:cNvCxnSpPr/>
          <p:nvPr/>
        </p:nvCxnSpPr>
        <p:spPr>
          <a:xfrm>
            <a:off x="4499765" y="0"/>
            <a:ext cx="0" cy="64389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B1FC6DA-5517-F6F0-0634-34AE10E972F8}"/>
              </a:ext>
            </a:extLst>
          </p:cNvPr>
          <p:cNvCxnSpPr>
            <a:cxnSpLocks/>
          </p:cNvCxnSpPr>
          <p:nvPr/>
        </p:nvCxnSpPr>
        <p:spPr>
          <a:xfrm flipH="1" flipV="1">
            <a:off x="9488322" y="923925"/>
            <a:ext cx="357254" cy="59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C07444FC-0C50-14CC-9458-88B59490C250}"/>
                  </a:ext>
                </a:extLst>
              </p:cNvPr>
              <p:cNvSpPr/>
              <p:nvPr/>
            </p:nvSpPr>
            <p:spPr>
              <a:xfrm>
                <a:off x="8394443" y="657225"/>
                <a:ext cx="1093879" cy="3386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AT" sz="16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2.8</m:t>
                      </m:r>
                      <m:r>
                        <a:rPr lang="de-AT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AT" sz="1600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C07444FC-0C50-14CC-9458-88B59490C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443" y="657225"/>
                <a:ext cx="1093879" cy="338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B55A63F5-4E79-104C-76F3-4C9919882110}"/>
              </a:ext>
            </a:extLst>
          </p:cNvPr>
          <p:cNvCxnSpPr/>
          <p:nvPr/>
        </p:nvCxnSpPr>
        <p:spPr>
          <a:xfrm>
            <a:off x="9858948" y="0"/>
            <a:ext cx="0" cy="64389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arallelogramm 29">
            <a:extLst>
              <a:ext uri="{FF2B5EF4-FFF2-40B4-BE49-F238E27FC236}">
                <a16:creationId xmlns:a16="http://schemas.microsoft.com/office/drawing/2014/main" id="{CDB1C51A-D824-6FD1-1365-E92A5B3ECADD}"/>
              </a:ext>
            </a:extLst>
          </p:cNvPr>
          <p:cNvSpPr/>
          <p:nvPr/>
        </p:nvSpPr>
        <p:spPr>
          <a:xfrm rot="16200000">
            <a:off x="6053005" y="-1224863"/>
            <a:ext cx="2235198" cy="5349941"/>
          </a:xfrm>
          <a:prstGeom prst="parallelogram">
            <a:avLst>
              <a:gd name="adj" fmla="val 7088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0FF4CF39-7F51-8E21-C84A-D27072092767}"/>
                  </a:ext>
                </a:extLst>
              </p:cNvPr>
              <p:cNvSpPr/>
              <p:nvPr/>
            </p:nvSpPr>
            <p:spPr>
              <a:xfrm>
                <a:off x="5994668" y="1971675"/>
                <a:ext cx="904873" cy="266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AT" sz="16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AT" sz="1600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de-AT" sz="1600" b="0" i="0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AT" sz="1600" b="0" i="0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de-AT" sz="1600" b="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0FF4CF39-7F51-8E21-C84A-D27072092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668" y="1971675"/>
                <a:ext cx="904873" cy="266700"/>
              </a:xfrm>
              <a:prstGeom prst="rect">
                <a:avLst/>
              </a:prstGeom>
              <a:blipFill>
                <a:blip r:embed="rId5"/>
                <a:stretch>
                  <a:fillRect b="-2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Pfeil: nach unten 32">
            <a:extLst>
              <a:ext uri="{FF2B5EF4-FFF2-40B4-BE49-F238E27FC236}">
                <a16:creationId xmlns:a16="http://schemas.microsoft.com/office/drawing/2014/main" id="{519A9A94-3A6F-2D94-3CC0-38781D4DAB42}"/>
              </a:ext>
            </a:extLst>
          </p:cNvPr>
          <p:cNvSpPr/>
          <p:nvPr/>
        </p:nvSpPr>
        <p:spPr>
          <a:xfrm>
            <a:off x="5428390" y="792495"/>
            <a:ext cx="357254" cy="51435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51B2455-2145-C89A-73E1-3DCB32BB7780}"/>
              </a:ext>
            </a:extLst>
          </p:cNvPr>
          <p:cNvSpPr/>
          <p:nvPr/>
        </p:nvSpPr>
        <p:spPr>
          <a:xfrm>
            <a:off x="4495632" y="5564905"/>
            <a:ext cx="5349940" cy="463655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nach oben 34">
            <a:extLst>
              <a:ext uri="{FF2B5EF4-FFF2-40B4-BE49-F238E27FC236}">
                <a16:creationId xmlns:a16="http://schemas.microsoft.com/office/drawing/2014/main" id="{78797A7D-C1D3-049E-13B8-2A3DA1E2844A}"/>
              </a:ext>
            </a:extLst>
          </p:cNvPr>
          <p:cNvSpPr/>
          <p:nvPr/>
        </p:nvSpPr>
        <p:spPr>
          <a:xfrm>
            <a:off x="8130983" y="5601850"/>
            <a:ext cx="438949" cy="341744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Pfeil: nach oben 35">
            <a:extLst>
              <a:ext uri="{FF2B5EF4-FFF2-40B4-BE49-F238E27FC236}">
                <a16:creationId xmlns:a16="http://schemas.microsoft.com/office/drawing/2014/main" id="{FA3195A5-826C-547C-3DE1-87902047E3AF}"/>
              </a:ext>
            </a:extLst>
          </p:cNvPr>
          <p:cNvSpPr/>
          <p:nvPr/>
        </p:nvSpPr>
        <p:spPr>
          <a:xfrm>
            <a:off x="6096000" y="5615706"/>
            <a:ext cx="438949" cy="341744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Pfeil: nach unten 36">
            <a:extLst>
              <a:ext uri="{FF2B5EF4-FFF2-40B4-BE49-F238E27FC236}">
                <a16:creationId xmlns:a16="http://schemas.microsoft.com/office/drawing/2014/main" id="{2790C340-BD51-AC85-8D58-1CE00377BDD5}"/>
              </a:ext>
            </a:extLst>
          </p:cNvPr>
          <p:cNvSpPr/>
          <p:nvPr/>
        </p:nvSpPr>
        <p:spPr>
          <a:xfrm>
            <a:off x="7880018" y="1476375"/>
            <a:ext cx="357254" cy="51435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A1C0090D-118D-6C6A-37C8-FAFB47E0D6D6}"/>
                  </a:ext>
                </a:extLst>
              </p:cNvPr>
              <p:cNvSpPr/>
              <p:nvPr/>
            </p:nvSpPr>
            <p:spPr>
              <a:xfrm>
                <a:off x="6899542" y="5110885"/>
                <a:ext cx="792694" cy="266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de-AT" sz="1600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+90°</m:t>
                      </m:r>
                    </m:oMath>
                  </m:oMathPara>
                </a14:m>
                <a:endParaRPr lang="de-AT" sz="1600" b="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A1C0090D-118D-6C6A-37C8-FAFB47E0D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42" y="5110885"/>
                <a:ext cx="792694" cy="266700"/>
              </a:xfrm>
              <a:prstGeom prst="rect">
                <a:avLst/>
              </a:prstGeom>
              <a:blipFill>
                <a:blip r:embed="rId6"/>
                <a:stretch>
                  <a:fillRect b="-2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37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40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Breitbild</PresentationFormat>
  <Paragraphs>156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cagyos@sts2.onmicrosoft.com</dc:creator>
  <cp:lastModifiedBy>cagyos@sts2.onmicrosoft.com</cp:lastModifiedBy>
  <cp:revision>3</cp:revision>
  <dcterms:created xsi:type="dcterms:W3CDTF">2026-04-23T20:14:22Z</dcterms:created>
  <dcterms:modified xsi:type="dcterms:W3CDTF">2026-05-01T22:04:48Z</dcterms:modified>
</cp:coreProperties>
</file>