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950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C06EC1-BDE2-61F1-7E7C-41BBCAEFFA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CB09B1F-D019-65F0-2115-0D4EB3445B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0A50B6-ECD2-30EA-F1BE-DE9F58F73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343767-9BC4-85F5-52BB-F9B090275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A30E362-0648-7352-9C63-A5AA66430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2597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C38247-0E9D-742C-E468-3995A2D9F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A36547-F924-1CC3-74F6-044C28492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0D8FF9-8CEC-A2FA-27A4-A7AC036BB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FEFA81-D990-C5DC-FA47-647137D31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96AB7A-D25F-B898-8CE8-49F4F708B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4298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49533C-71B2-C1CE-7828-41E69CE4B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046A6B-3709-30BE-327B-4DAE0E3FA2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7991246-B319-186E-1CED-FE57C1D45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A8F584A-F516-F2A9-011F-9BC19B769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15F53F-C8DF-369E-4810-EA188C618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998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D1C1C0-28D5-00E1-E9DB-EBB961791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F907DC-27CE-43F5-8BE8-C807BF6487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4918BAE-CCAF-8822-F784-0C74B7206E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DA22B60-D336-6102-88F1-85F6CFEE5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CE670C-D424-19AB-EA9B-4D4452FE8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7F7A7BC-22BD-B5B1-5F79-AE4EC8966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6695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E61E7C-BD6E-1FD4-70DB-A97D2DCF3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5A2D5C7-120B-8EE8-B9EB-E85A3A48F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27E6D58-898B-A3EE-149A-038B064063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D543250-7DFA-15DF-5EE4-D9F39848C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94E27E0-E841-374E-B334-08C1C1B754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67DC88A-7B6A-3B3E-CE0E-DA93167CE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AD07177-A46D-18C9-DBF2-F6A52CD36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E392D39-DBE2-B794-6D87-9E68D935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8984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F93EA-33F6-9D6C-6DE1-19C746E99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3C507B8-131C-E311-62AF-38FAF786B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339F1D-A798-80A4-8E61-CB7715013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798274-CFB4-FD0C-2D7D-EA1E9E607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9048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02E33EA-DADA-48F2-F7CF-E7760A9F4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337354-77C8-45CB-91A8-47BE4B19C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7974DB-4295-ECD9-9C12-13243B27C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3329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32819E-ABFE-9786-D557-77E949331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316AA2-144A-4712-CF2E-8579D3A8F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311BAC7-37EC-DFB0-A6AE-FC0FF776E9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8696662-E0A1-DE74-46D4-DF0F6AF7A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08C238-E568-4C4A-CFA6-4FE331076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87C6C72-B525-DEF7-CDCC-1E80B35A3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8204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88E841-7133-7143-A035-FF6C1452D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9BB5597-CD74-6AFE-184F-2B6A4E1E82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ADEBEB6-C896-A103-2289-20E083963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B1A581-1465-2669-6EA0-2E901A257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F16DF51-EC15-76E1-EBA1-E2C27A8F5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4714214-7415-FC41-41CF-BA64B9E70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8083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11E61E-FDA0-237E-7E28-A633F032D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F199D2A-E18D-0F6D-846C-114F07C7B9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6834745-A84A-EE4B-76B7-A34B2E311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9CAAA9-B9D7-45B9-327C-3AF23C7A4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FE6DB3-DF64-F2B9-22B5-0667B4023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377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56A0113-BE28-7376-A9B0-051315BC1A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0AD46C7-9164-37B3-6157-18AFCC2DF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828589-4C77-6741-F916-47F2F1BC6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CF78-164A-411D-9EBB-74859D5ACE2A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BD94EA1-13AC-D533-87EF-0927E2898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CECE6F-2964-7101-2D32-B408A91F2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3557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FF4A3F1-39B5-72A2-0958-4C0F3B005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42D7E2C-0815-C146-7A13-BB6A6AA9A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328613-29CD-E95B-5B36-E62FC7C60A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72CF78-164A-411D-9EBB-74859D5ACE2A}" type="datetimeFigureOut">
              <a:rPr lang="de-DE" smtClean="0"/>
              <a:t>23.04.2026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3D3ECD-AD95-7DA8-BCA4-E36C3CBE48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BC174A-86E2-A21B-E98D-C5AE96F3CE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3B0DDE-D732-4F40-B292-5AEB79C3F1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6404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26DB99FD-45BD-73DD-959C-320EBF79FC34}"/>
              </a:ext>
            </a:extLst>
          </p:cNvPr>
          <p:cNvSpPr/>
          <p:nvPr/>
        </p:nvSpPr>
        <p:spPr>
          <a:xfrm>
            <a:off x="1810691" y="1946495"/>
            <a:ext cx="1665839" cy="96180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AT" dirty="0"/>
              <a:t>Strain </a:t>
            </a:r>
            <a:r>
              <a:rPr lang="de-AT" dirty="0" err="1"/>
              <a:t>gauges</a:t>
            </a:r>
            <a:endParaRPr lang="de-AT" dirty="0"/>
          </a:p>
          <a:p>
            <a:pPr algn="ctr"/>
            <a:r>
              <a:rPr lang="de-AT" dirty="0"/>
              <a:t>(Full Bridge)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58C625A-B48F-A5FC-FB18-E3D8F8B9D82C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2643611" y="1131683"/>
            <a:ext cx="0" cy="814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3FD7937E-3974-E91E-01EF-16C4A1186B7A}"/>
                  </a:ext>
                </a:extLst>
              </p:cNvPr>
              <p:cNvSpPr/>
              <p:nvPr/>
            </p:nvSpPr>
            <p:spPr>
              <a:xfrm>
                <a:off x="2725093" y="905347"/>
                <a:ext cx="860078" cy="39835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+10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3FD7937E-3974-E91E-01EF-16C4A1186B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093" y="905347"/>
                <a:ext cx="860078" cy="3983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D00ACBA-0145-CCA8-00DE-FBA31029CF93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2643610" y="2908300"/>
            <a:ext cx="1" cy="9032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E20EF33-AA7C-5F03-E8E9-3DDC91674259}"/>
              </a:ext>
            </a:extLst>
          </p:cNvPr>
          <p:cNvCxnSpPr/>
          <p:nvPr/>
        </p:nvCxnSpPr>
        <p:spPr>
          <a:xfrm>
            <a:off x="2536033" y="3812381"/>
            <a:ext cx="2095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7879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</Words>
  <Application>Microsoft Office PowerPoint</Application>
  <PresentationFormat>Breitbild</PresentationFormat>
  <Paragraphs>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cagyos@sts2.onmicrosoft.com</dc:creator>
  <cp:lastModifiedBy>cagyos@sts2.onmicrosoft.com</cp:lastModifiedBy>
  <cp:revision>1</cp:revision>
  <dcterms:created xsi:type="dcterms:W3CDTF">2026-04-23T20:14:22Z</dcterms:created>
  <dcterms:modified xsi:type="dcterms:W3CDTF">2026-04-23T20:14:48Z</dcterms:modified>
</cp:coreProperties>
</file>